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8" r:id="rId4"/>
  </p:sldMasterIdLst>
  <p:notesMasterIdLst>
    <p:notesMasterId r:id="rId43"/>
  </p:notesMasterIdLst>
  <p:handoutMasterIdLst>
    <p:handoutMasterId r:id="rId44"/>
  </p:handoutMasterIdLst>
  <p:sldIdLst>
    <p:sldId id="257" r:id="rId5"/>
    <p:sldId id="327" r:id="rId6"/>
    <p:sldId id="338" r:id="rId7"/>
    <p:sldId id="368" r:id="rId8"/>
    <p:sldId id="330" r:id="rId9"/>
    <p:sldId id="328" r:id="rId10"/>
    <p:sldId id="314" r:id="rId11"/>
    <p:sldId id="339" r:id="rId12"/>
    <p:sldId id="342" r:id="rId13"/>
    <p:sldId id="341" r:id="rId14"/>
    <p:sldId id="351" r:id="rId15"/>
    <p:sldId id="353" r:id="rId16"/>
    <p:sldId id="340" r:id="rId17"/>
    <p:sldId id="354" r:id="rId18"/>
    <p:sldId id="343" r:id="rId19"/>
    <p:sldId id="356" r:id="rId20"/>
    <p:sldId id="345" r:id="rId21"/>
    <p:sldId id="357" r:id="rId22"/>
    <p:sldId id="355" r:id="rId23"/>
    <p:sldId id="348" r:id="rId24"/>
    <p:sldId id="350" r:id="rId25"/>
    <p:sldId id="358" r:id="rId26"/>
    <p:sldId id="344" r:id="rId27"/>
    <p:sldId id="361" r:id="rId28"/>
    <p:sldId id="360" r:id="rId29"/>
    <p:sldId id="359" r:id="rId30"/>
    <p:sldId id="349" r:id="rId31"/>
    <p:sldId id="346" r:id="rId32"/>
    <p:sldId id="362" r:id="rId33"/>
    <p:sldId id="370" r:id="rId34"/>
    <p:sldId id="363" r:id="rId35"/>
    <p:sldId id="365" r:id="rId36"/>
    <p:sldId id="371" r:id="rId37"/>
    <p:sldId id="372" r:id="rId38"/>
    <p:sldId id="367" r:id="rId39"/>
    <p:sldId id="366" r:id="rId40"/>
    <p:sldId id="352" r:id="rId41"/>
    <p:sldId id="265" r:id="rId42"/>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AB45C8-E475-C48F-3ACC-46AC6DC79B32}" name="Žaklin  Butinar" initials="ŽB" userId="S::zaklin.butinar@eurisy.eu::80f9b38a-057c-4d34-bb99-a77fb6597b2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0869B1"/>
    <a:srgbClr val="F3A22F"/>
    <a:srgbClr val="FFD400"/>
    <a:srgbClr val="BCDD55"/>
    <a:srgbClr val="F46528"/>
    <a:srgbClr val="F46524"/>
    <a:srgbClr val="3FB3F8"/>
    <a:srgbClr val="CE3A41"/>
    <a:srgbClr val="0E14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398EB5-40CA-422A-887C-011C3B1178BC}" v="30" dt="2024-11-21T08:22:13.18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3631EE-47D6-55C3-FC84-F1273A5276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a:extLst>
              <a:ext uri="{FF2B5EF4-FFF2-40B4-BE49-F238E27FC236}">
                <a16:creationId xmlns:a16="http://schemas.microsoft.com/office/drawing/2014/main" id="{D583CCC3-54E2-865F-80B9-1A12424A66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4F8066-52B6-254E-9F11-9F31FC3F13D0}" type="datetimeFigureOut">
              <a:rPr lang="it-IT" smtClean="0"/>
              <a:t>30/10/2025</a:t>
            </a:fld>
            <a:endParaRPr lang="it-IT"/>
          </a:p>
        </p:txBody>
      </p:sp>
      <p:sp>
        <p:nvSpPr>
          <p:cNvPr id="4" name="Footer Placeholder 3">
            <a:extLst>
              <a:ext uri="{FF2B5EF4-FFF2-40B4-BE49-F238E27FC236}">
                <a16:creationId xmlns:a16="http://schemas.microsoft.com/office/drawing/2014/main" id="{5EA2AF25-D1E8-2765-04C1-0A4E4CC2EC3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lide Number Placeholder 4">
            <a:extLst>
              <a:ext uri="{FF2B5EF4-FFF2-40B4-BE49-F238E27FC236}">
                <a16:creationId xmlns:a16="http://schemas.microsoft.com/office/drawing/2014/main" id="{4260F9DC-7FDB-D0C7-04C8-A17BAF90266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0E1CAF-95E4-3F4D-95B8-87BB142DFBF7}" type="slidenum">
              <a:rPr lang="it-IT" smtClean="0"/>
              <a:t>‹#›</a:t>
            </a:fld>
            <a:endParaRPr lang="it-IT"/>
          </a:p>
        </p:txBody>
      </p:sp>
    </p:spTree>
    <p:extLst>
      <p:ext uri="{BB962C8B-B14F-4D97-AF65-F5344CB8AC3E}">
        <p14:creationId xmlns:p14="http://schemas.microsoft.com/office/powerpoint/2010/main" val="354370348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9C537-4D1F-4234-9CA7-BCB23696E833}" type="datetimeFigureOut">
              <a:rPr lang="fr-FR" smtClean="0"/>
              <a:t>30/10/2025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A0413-D747-42F6-A291-45C5E891C308}" type="slidenum">
              <a:rPr lang="fr-FR" smtClean="0"/>
              <a:t>‹#›</a:t>
            </a:fld>
            <a:endParaRPr lang="fr-FR"/>
          </a:p>
        </p:txBody>
      </p:sp>
    </p:spTree>
    <p:extLst>
      <p:ext uri="{BB962C8B-B14F-4D97-AF65-F5344CB8AC3E}">
        <p14:creationId xmlns:p14="http://schemas.microsoft.com/office/powerpoint/2010/main" val="4116676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F77D5-7E02-C08D-0EB1-C7A275A2A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0FF74-2708-C84B-BD8F-E6B03F5D52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89C54-A6D4-4810-5089-0AD44D8A5D7A}"/>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25D671DB-F8FD-D9B6-5BD0-35439CF1819E}"/>
              </a:ext>
            </a:extLst>
          </p:cNvPr>
          <p:cNvSpPr>
            <a:spLocks noGrp="1"/>
          </p:cNvSpPr>
          <p:nvPr>
            <p:ph type="sldNum" sz="quarter" idx="5"/>
          </p:nvPr>
        </p:nvSpPr>
        <p:spPr/>
        <p:txBody>
          <a:bodyPr/>
          <a:lstStyle/>
          <a:p>
            <a:fld id="{D76A0413-D747-42F6-A291-45C5E891C308}" type="slidenum">
              <a:rPr lang="fr-FR" smtClean="0"/>
              <a:t>4</a:t>
            </a:fld>
            <a:endParaRPr lang="fr-FR"/>
          </a:p>
        </p:txBody>
      </p:sp>
    </p:spTree>
    <p:extLst>
      <p:ext uri="{BB962C8B-B14F-4D97-AF65-F5344CB8AC3E}">
        <p14:creationId xmlns:p14="http://schemas.microsoft.com/office/powerpoint/2010/main" val="2475150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D76A0413-D747-42F6-A291-45C5E891C308}" type="slidenum">
              <a:rPr lang="fr-FR" smtClean="0"/>
              <a:t>7</a:t>
            </a:fld>
            <a:endParaRPr lang="fr-FR"/>
          </a:p>
        </p:txBody>
      </p:sp>
    </p:spTree>
    <p:extLst>
      <p:ext uri="{BB962C8B-B14F-4D97-AF65-F5344CB8AC3E}">
        <p14:creationId xmlns:p14="http://schemas.microsoft.com/office/powerpoint/2010/main" val="462544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164C-8563-ABF1-2A5C-6EDA2FCCC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654FE-8FA3-989F-3996-C141A323B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F85C2F-3A7B-C125-256F-2B68DBD10F75}"/>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16D17F87-AD48-71DC-34F3-5238314E921B}"/>
              </a:ext>
            </a:extLst>
          </p:cNvPr>
          <p:cNvSpPr>
            <a:spLocks noGrp="1"/>
          </p:cNvSpPr>
          <p:nvPr>
            <p:ph type="sldNum" sz="quarter" idx="5"/>
          </p:nvPr>
        </p:nvSpPr>
        <p:spPr/>
        <p:txBody>
          <a:bodyPr/>
          <a:lstStyle/>
          <a:p>
            <a:fld id="{D76A0413-D747-42F6-A291-45C5E891C308}" type="slidenum">
              <a:rPr lang="fr-FR" smtClean="0"/>
              <a:t>12</a:t>
            </a:fld>
            <a:endParaRPr lang="fr-FR"/>
          </a:p>
        </p:txBody>
      </p:sp>
    </p:spTree>
    <p:extLst>
      <p:ext uri="{BB962C8B-B14F-4D97-AF65-F5344CB8AC3E}">
        <p14:creationId xmlns:p14="http://schemas.microsoft.com/office/powerpoint/2010/main" val="2769159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EA538-218E-015E-A7A7-EF0C26946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239AB-4B7E-F598-E895-534C8601A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D115C-6F37-C3A0-9053-0AEEFF1CC0B8}"/>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9EBA689A-F99E-0B5D-63D9-8ED2DD5CDE22}"/>
              </a:ext>
            </a:extLst>
          </p:cNvPr>
          <p:cNvSpPr>
            <a:spLocks noGrp="1"/>
          </p:cNvSpPr>
          <p:nvPr>
            <p:ph type="sldNum" sz="quarter" idx="5"/>
          </p:nvPr>
        </p:nvSpPr>
        <p:spPr/>
        <p:txBody>
          <a:bodyPr/>
          <a:lstStyle/>
          <a:p>
            <a:fld id="{D76A0413-D747-42F6-A291-45C5E891C308}" type="slidenum">
              <a:rPr lang="fr-FR" smtClean="0"/>
              <a:t>19</a:t>
            </a:fld>
            <a:endParaRPr lang="fr-FR"/>
          </a:p>
        </p:txBody>
      </p:sp>
    </p:spTree>
    <p:extLst>
      <p:ext uri="{BB962C8B-B14F-4D97-AF65-F5344CB8AC3E}">
        <p14:creationId xmlns:p14="http://schemas.microsoft.com/office/powerpoint/2010/main" val="3126286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58769-DB63-75AF-2125-89AAA5421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F4FE6-9034-4D06-6D8C-1E9376985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53909-A385-9501-995C-9A03399EDF7A}"/>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2C093105-516B-50B3-692E-BF9DBAEEFEDD}"/>
              </a:ext>
            </a:extLst>
          </p:cNvPr>
          <p:cNvSpPr>
            <a:spLocks noGrp="1"/>
          </p:cNvSpPr>
          <p:nvPr>
            <p:ph type="sldNum" sz="quarter" idx="5"/>
          </p:nvPr>
        </p:nvSpPr>
        <p:spPr/>
        <p:txBody>
          <a:bodyPr/>
          <a:lstStyle/>
          <a:p>
            <a:fld id="{D76A0413-D747-42F6-A291-45C5E891C308}" type="slidenum">
              <a:rPr lang="fr-FR" smtClean="0"/>
              <a:t>22</a:t>
            </a:fld>
            <a:endParaRPr lang="fr-FR"/>
          </a:p>
        </p:txBody>
      </p:sp>
    </p:spTree>
    <p:extLst>
      <p:ext uri="{BB962C8B-B14F-4D97-AF65-F5344CB8AC3E}">
        <p14:creationId xmlns:p14="http://schemas.microsoft.com/office/powerpoint/2010/main" val="2784591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B247-83E5-F6F0-DC8C-AE0E30DF9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3C80D-BEA9-7F41-663B-EEC8F6BE5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F8438-5B84-62FF-A7B6-7CB289648CA8}"/>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056CF9B2-4E21-E71F-AC98-6DB8927A5FFD}"/>
              </a:ext>
            </a:extLst>
          </p:cNvPr>
          <p:cNvSpPr>
            <a:spLocks noGrp="1"/>
          </p:cNvSpPr>
          <p:nvPr>
            <p:ph type="sldNum" sz="quarter" idx="5"/>
          </p:nvPr>
        </p:nvSpPr>
        <p:spPr/>
        <p:txBody>
          <a:bodyPr/>
          <a:lstStyle/>
          <a:p>
            <a:fld id="{D76A0413-D747-42F6-A291-45C5E891C308}" type="slidenum">
              <a:rPr lang="fr-FR" smtClean="0"/>
              <a:t>26</a:t>
            </a:fld>
            <a:endParaRPr lang="fr-FR"/>
          </a:p>
        </p:txBody>
      </p:sp>
    </p:spTree>
    <p:extLst>
      <p:ext uri="{BB962C8B-B14F-4D97-AF65-F5344CB8AC3E}">
        <p14:creationId xmlns:p14="http://schemas.microsoft.com/office/powerpoint/2010/main" val="1756920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E87C-B39F-FD37-2CD6-9296DC1BC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216FA-961E-EABB-B80B-A4D861645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0FB9AF-D72F-D9CC-3EDA-BF053BD66E3F}"/>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1B378D1C-8A1B-6423-0D36-889A9D1D1FF7}"/>
              </a:ext>
            </a:extLst>
          </p:cNvPr>
          <p:cNvSpPr>
            <a:spLocks noGrp="1"/>
          </p:cNvSpPr>
          <p:nvPr>
            <p:ph type="sldNum" sz="quarter" idx="5"/>
          </p:nvPr>
        </p:nvSpPr>
        <p:spPr/>
        <p:txBody>
          <a:bodyPr/>
          <a:lstStyle/>
          <a:p>
            <a:fld id="{D76A0413-D747-42F6-A291-45C5E891C308}" type="slidenum">
              <a:rPr lang="fr-FR" smtClean="0"/>
              <a:t>37</a:t>
            </a:fld>
            <a:endParaRPr lang="fr-FR"/>
          </a:p>
        </p:txBody>
      </p:sp>
    </p:spTree>
    <p:extLst>
      <p:ext uri="{BB962C8B-B14F-4D97-AF65-F5344CB8AC3E}">
        <p14:creationId xmlns:p14="http://schemas.microsoft.com/office/powerpoint/2010/main" val="8873600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www.spacesuite-project.eu/"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hyperlink" Target="http://www.spacesuite-project.eu/" TargetMode="Externa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White Background">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87B4765F-61A3-7776-15EA-BD59F99E0767}"/>
              </a:ext>
            </a:extLst>
          </p:cNvPr>
          <p:cNvSpPr/>
          <p:nvPr userDrawn="1"/>
        </p:nvSpPr>
        <p:spPr>
          <a:xfrm>
            <a:off x="197320" y="184788"/>
            <a:ext cx="3543501" cy="870431"/>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sp>
        <p:nvSpPr>
          <p:cNvPr id="15" name="Title 21">
            <a:extLst>
              <a:ext uri="{FF2B5EF4-FFF2-40B4-BE49-F238E27FC236}">
                <a16:creationId xmlns:a16="http://schemas.microsoft.com/office/drawing/2014/main" id="{3E33550E-2DD8-2C20-1258-ECE23DB63938}"/>
              </a:ext>
            </a:extLst>
          </p:cNvPr>
          <p:cNvSpPr>
            <a:spLocks noGrp="1"/>
          </p:cNvSpPr>
          <p:nvPr>
            <p:ph type="title" hasCustomPrompt="1"/>
          </p:nvPr>
        </p:nvSpPr>
        <p:spPr>
          <a:xfrm>
            <a:off x="2204830" y="1597249"/>
            <a:ext cx="8622679" cy="1545987"/>
          </a:xfrm>
        </p:spPr>
        <p:txBody>
          <a:bodyPr anchor="t">
            <a:noAutofit/>
          </a:bodyPr>
          <a:lstStyle>
            <a:lvl1pPr>
              <a:defRPr sz="6000" b="1">
                <a:latin typeface="Poppins" pitchFamily="2" charset="77"/>
                <a:cs typeface="Poppins" pitchFamily="2" charset="77"/>
              </a:defRPr>
            </a:lvl1pPr>
          </a:lstStyle>
          <a:p>
            <a:r>
              <a:rPr lang="en-GB"/>
              <a:t>CLICK TO EDIT MASTER TITLE STYLE</a:t>
            </a:r>
            <a:endParaRPr lang="it-IT"/>
          </a:p>
        </p:txBody>
      </p:sp>
      <p:sp>
        <p:nvSpPr>
          <p:cNvPr id="16" name="Text Placeholder 24">
            <a:extLst>
              <a:ext uri="{FF2B5EF4-FFF2-40B4-BE49-F238E27FC236}">
                <a16:creationId xmlns:a16="http://schemas.microsoft.com/office/drawing/2014/main" id="{9884DBB1-019E-F099-6B59-3F0EDBA02407}"/>
              </a:ext>
            </a:extLst>
          </p:cNvPr>
          <p:cNvSpPr>
            <a:spLocks noGrp="1"/>
          </p:cNvSpPr>
          <p:nvPr>
            <p:ph type="body" sz="quarter" idx="10"/>
          </p:nvPr>
        </p:nvSpPr>
        <p:spPr>
          <a:xfrm>
            <a:off x="2204830" y="3403688"/>
            <a:ext cx="8426450" cy="528638"/>
          </a:xfrm>
        </p:spPr>
        <p:txBody>
          <a:bodyPr/>
          <a:lstStyle>
            <a:lvl1pPr marL="0" indent="0">
              <a:lnSpc>
                <a:spcPct val="100000"/>
              </a:lnSpc>
              <a:buNone/>
              <a:defRPr>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Master text styles</a:t>
            </a:r>
          </a:p>
        </p:txBody>
      </p:sp>
      <p:sp>
        <p:nvSpPr>
          <p:cNvPr id="17" name="Text Placeholder 26">
            <a:extLst>
              <a:ext uri="{FF2B5EF4-FFF2-40B4-BE49-F238E27FC236}">
                <a16:creationId xmlns:a16="http://schemas.microsoft.com/office/drawing/2014/main" id="{4971F33F-C0C0-8539-D343-67AEB18984D4}"/>
              </a:ext>
            </a:extLst>
          </p:cNvPr>
          <p:cNvSpPr>
            <a:spLocks noGrp="1"/>
          </p:cNvSpPr>
          <p:nvPr>
            <p:ph type="body" sz="quarter" idx="11" hasCustomPrompt="1"/>
          </p:nvPr>
        </p:nvSpPr>
        <p:spPr>
          <a:xfrm>
            <a:off x="3567113" y="5068089"/>
            <a:ext cx="3211512" cy="385323"/>
          </a:xfrm>
        </p:spPr>
        <p:txBody>
          <a:bodyPr>
            <a:normAutofit/>
          </a:bodyPr>
          <a:lstStyle>
            <a:lvl1pPr marL="0" indent="0">
              <a:lnSpc>
                <a:spcPct val="100000"/>
              </a:lnSpc>
              <a:buNone/>
              <a:defRPr sz="1800" b="1">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8" name="Text Placeholder 26">
            <a:extLst>
              <a:ext uri="{FF2B5EF4-FFF2-40B4-BE49-F238E27FC236}">
                <a16:creationId xmlns:a16="http://schemas.microsoft.com/office/drawing/2014/main" id="{1D6D7C46-1BF3-03DA-DF08-4411AD05C65A}"/>
              </a:ext>
            </a:extLst>
          </p:cNvPr>
          <p:cNvSpPr>
            <a:spLocks noGrp="1"/>
          </p:cNvSpPr>
          <p:nvPr>
            <p:ph type="body" sz="quarter" idx="12" hasCustomPrompt="1"/>
          </p:nvPr>
        </p:nvSpPr>
        <p:spPr>
          <a:xfrm>
            <a:off x="3567113" y="5485532"/>
            <a:ext cx="3211512" cy="385323"/>
          </a:xfrm>
        </p:spPr>
        <p:txBody>
          <a:bodyPr>
            <a:normAutofit/>
          </a:bodyPr>
          <a:lstStyle>
            <a:lvl1pPr marL="0" indent="0">
              <a:lnSpc>
                <a:spcPct val="100000"/>
              </a:lnSpc>
              <a:buNone/>
              <a:defRPr sz="1600" b="0">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9" name="Text Placeholder 26">
            <a:extLst>
              <a:ext uri="{FF2B5EF4-FFF2-40B4-BE49-F238E27FC236}">
                <a16:creationId xmlns:a16="http://schemas.microsoft.com/office/drawing/2014/main" id="{F17E3211-667F-5E49-2329-2FFCD8164E13}"/>
              </a:ext>
            </a:extLst>
          </p:cNvPr>
          <p:cNvSpPr>
            <a:spLocks noGrp="1"/>
          </p:cNvSpPr>
          <p:nvPr>
            <p:ph type="body" sz="quarter" idx="13" hasCustomPrompt="1"/>
          </p:nvPr>
        </p:nvSpPr>
        <p:spPr>
          <a:xfrm>
            <a:off x="7503008" y="5068089"/>
            <a:ext cx="3211512" cy="385323"/>
          </a:xfrm>
        </p:spPr>
        <p:txBody>
          <a:bodyPr>
            <a:normAutofit/>
          </a:bodyPr>
          <a:lstStyle>
            <a:lvl1pPr marL="0" indent="0">
              <a:lnSpc>
                <a:spcPct val="100000"/>
              </a:lnSpc>
              <a:buNone/>
              <a:defRPr sz="1800" b="1">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0" name="Text Placeholder 26">
            <a:extLst>
              <a:ext uri="{FF2B5EF4-FFF2-40B4-BE49-F238E27FC236}">
                <a16:creationId xmlns:a16="http://schemas.microsoft.com/office/drawing/2014/main" id="{44551422-9587-5E98-F7A1-F2F4FAC721DB}"/>
              </a:ext>
            </a:extLst>
          </p:cNvPr>
          <p:cNvSpPr>
            <a:spLocks noGrp="1"/>
          </p:cNvSpPr>
          <p:nvPr>
            <p:ph type="body" sz="quarter" idx="14" hasCustomPrompt="1"/>
          </p:nvPr>
        </p:nvSpPr>
        <p:spPr>
          <a:xfrm>
            <a:off x="7503008" y="5485532"/>
            <a:ext cx="3211512" cy="385323"/>
          </a:xfrm>
        </p:spPr>
        <p:txBody>
          <a:bodyPr>
            <a:normAutofit/>
          </a:bodyPr>
          <a:lstStyle>
            <a:lvl1pPr marL="0" indent="0">
              <a:lnSpc>
                <a:spcPct val="100000"/>
              </a:lnSpc>
              <a:buNone/>
              <a:defRPr sz="1600" b="0">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2" name="AutoShape 11">
            <a:extLst>
              <a:ext uri="{FF2B5EF4-FFF2-40B4-BE49-F238E27FC236}">
                <a16:creationId xmlns:a16="http://schemas.microsoft.com/office/drawing/2014/main" id="{C5612044-FC7C-F316-248E-5E22D7D52A42}"/>
              </a:ext>
            </a:extLst>
          </p:cNvPr>
          <p:cNvSpPr/>
          <p:nvPr userDrawn="1"/>
        </p:nvSpPr>
        <p:spPr>
          <a:xfrm flipH="1" flipV="1">
            <a:off x="273284" y="3349339"/>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23" name="AutoShape 12">
            <a:extLst>
              <a:ext uri="{FF2B5EF4-FFF2-40B4-BE49-F238E27FC236}">
                <a16:creationId xmlns:a16="http://schemas.microsoft.com/office/drawing/2014/main" id="{164DA4D7-36D1-826B-F814-6C2D7B433B2A}"/>
              </a:ext>
            </a:extLst>
          </p:cNvPr>
          <p:cNvSpPr/>
          <p:nvPr userDrawn="1"/>
        </p:nvSpPr>
        <p:spPr>
          <a:xfrm flipV="1">
            <a:off x="1428046" y="4993684"/>
            <a:ext cx="415156" cy="1514123"/>
          </a:xfrm>
          <a:prstGeom prst="line">
            <a:avLst/>
          </a:prstGeom>
          <a:ln w="142875" cap="flat">
            <a:solidFill>
              <a:srgbClr val="0E145D"/>
            </a:solidFill>
            <a:prstDash val="solid"/>
            <a:headEnd type="none" w="sm" len="sm"/>
            <a:tailEnd type="none" w="sm" len="sm"/>
          </a:ln>
        </p:spPr>
        <p:txBody>
          <a:bodyPr/>
          <a:lstStyle/>
          <a:p>
            <a:endParaRPr lang="it-IT"/>
          </a:p>
        </p:txBody>
      </p:sp>
      <p:sp>
        <p:nvSpPr>
          <p:cNvPr id="24" name="Freeform 6">
            <a:extLst>
              <a:ext uri="{FF2B5EF4-FFF2-40B4-BE49-F238E27FC236}">
                <a16:creationId xmlns:a16="http://schemas.microsoft.com/office/drawing/2014/main" id="{C43B0115-E079-9B44-08FE-ED983B88C579}"/>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25" name="Freeform 6">
            <a:extLst>
              <a:ext uri="{FF2B5EF4-FFF2-40B4-BE49-F238E27FC236}">
                <a16:creationId xmlns:a16="http://schemas.microsoft.com/office/drawing/2014/main" id="{2A22C78D-342C-1590-2C8D-8C4D0FE154D2}"/>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26" name="Freeform 6">
            <a:extLst>
              <a:ext uri="{FF2B5EF4-FFF2-40B4-BE49-F238E27FC236}">
                <a16:creationId xmlns:a16="http://schemas.microsoft.com/office/drawing/2014/main" id="{F0287CF4-4920-7253-7660-419A4AEA4DDA}"/>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7" name="AutoShape 11">
            <a:extLst>
              <a:ext uri="{FF2B5EF4-FFF2-40B4-BE49-F238E27FC236}">
                <a16:creationId xmlns:a16="http://schemas.microsoft.com/office/drawing/2014/main" id="{31BEEC61-5BEF-94EF-0400-0B1E345AC8F4}"/>
              </a:ext>
            </a:extLst>
          </p:cNvPr>
          <p:cNvSpPr/>
          <p:nvPr userDrawn="1"/>
        </p:nvSpPr>
        <p:spPr>
          <a:xfrm flipH="1" flipV="1">
            <a:off x="10381111" y="210723"/>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28" name="Freeform 6">
            <a:extLst>
              <a:ext uri="{FF2B5EF4-FFF2-40B4-BE49-F238E27FC236}">
                <a16:creationId xmlns:a16="http://schemas.microsoft.com/office/drawing/2014/main" id="{01C6727C-4F83-029F-362A-99C2A101F962}"/>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9" name="Freeform 6">
            <a:extLst>
              <a:ext uri="{FF2B5EF4-FFF2-40B4-BE49-F238E27FC236}">
                <a16:creationId xmlns:a16="http://schemas.microsoft.com/office/drawing/2014/main" id="{0F3D7105-7117-230B-C823-7BF1AE0BD639}"/>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grpSp>
        <p:nvGrpSpPr>
          <p:cNvPr id="39" name="Group 38">
            <a:extLst>
              <a:ext uri="{FF2B5EF4-FFF2-40B4-BE49-F238E27FC236}">
                <a16:creationId xmlns:a16="http://schemas.microsoft.com/office/drawing/2014/main" id="{994BBD10-3E58-AA25-6210-FDCCAE6B402A}"/>
              </a:ext>
            </a:extLst>
          </p:cNvPr>
          <p:cNvGrpSpPr/>
          <p:nvPr userDrawn="1"/>
        </p:nvGrpSpPr>
        <p:grpSpPr>
          <a:xfrm>
            <a:off x="2555190" y="5958082"/>
            <a:ext cx="9438030" cy="716282"/>
            <a:chOff x="2555190" y="5958082"/>
            <a:chExt cx="9438030" cy="716282"/>
          </a:xfrm>
        </p:grpSpPr>
        <p:sp>
          <p:nvSpPr>
            <p:cNvPr id="14" name="Freeform 9">
              <a:extLst>
                <a:ext uri="{FF2B5EF4-FFF2-40B4-BE49-F238E27FC236}">
                  <a16:creationId xmlns:a16="http://schemas.microsoft.com/office/drawing/2014/main" id="{5E5B9982-9A63-ED00-8E0D-17FB69760F48}"/>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3" name="Straight Connector 32">
              <a:extLst>
                <a:ext uri="{FF2B5EF4-FFF2-40B4-BE49-F238E27FC236}">
                  <a16:creationId xmlns:a16="http://schemas.microsoft.com/office/drawing/2014/main" id="{4CAE3106-6301-C398-8C93-95CFFE49AEBB}"/>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C7F56BDD-45E3-FCCE-1F1F-26FB7FB3495C}"/>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3552172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Blue Background">
    <p:bg>
      <p:bgPr>
        <a:solidFill>
          <a:schemeClr val="accent6"/>
        </a:solidFill>
        <a:effectLst/>
      </p:bgPr>
    </p:bg>
    <p:spTree>
      <p:nvGrpSpPr>
        <p:cNvPr id="1" name=""/>
        <p:cNvGrpSpPr/>
        <p:nvPr/>
      </p:nvGrpSpPr>
      <p:grpSpPr>
        <a:xfrm>
          <a:off x="0" y="0"/>
          <a:ext cx="0" cy="0"/>
          <a:chOff x="0" y="0"/>
          <a:chExt cx="0" cy="0"/>
        </a:xfrm>
      </p:grpSpPr>
      <p:sp>
        <p:nvSpPr>
          <p:cNvPr id="15" name="Title 21">
            <a:extLst>
              <a:ext uri="{FF2B5EF4-FFF2-40B4-BE49-F238E27FC236}">
                <a16:creationId xmlns:a16="http://schemas.microsoft.com/office/drawing/2014/main" id="{3E33550E-2DD8-2C20-1258-ECE23DB63938}"/>
              </a:ext>
            </a:extLst>
          </p:cNvPr>
          <p:cNvSpPr>
            <a:spLocks noGrp="1"/>
          </p:cNvSpPr>
          <p:nvPr>
            <p:ph type="title" hasCustomPrompt="1"/>
          </p:nvPr>
        </p:nvSpPr>
        <p:spPr>
          <a:xfrm>
            <a:off x="2204830" y="1597249"/>
            <a:ext cx="8622679" cy="1545987"/>
          </a:xfrm>
        </p:spPr>
        <p:txBody>
          <a:bodyPr anchor="t">
            <a:noAutofit/>
          </a:bodyPr>
          <a:lstStyle>
            <a:lvl1pPr>
              <a:defRPr sz="6000" b="1">
                <a:solidFill>
                  <a:schemeClr val="bg1"/>
                </a:solidFill>
                <a:latin typeface="Poppins" pitchFamily="2" charset="77"/>
                <a:cs typeface="Poppins" pitchFamily="2" charset="77"/>
              </a:defRPr>
            </a:lvl1pPr>
          </a:lstStyle>
          <a:p>
            <a:r>
              <a:rPr lang="en-GB"/>
              <a:t>CLICK TO EDIT MASTER TITLE STYLE</a:t>
            </a:r>
            <a:endParaRPr lang="it-IT"/>
          </a:p>
        </p:txBody>
      </p:sp>
      <p:sp>
        <p:nvSpPr>
          <p:cNvPr id="16" name="Text Placeholder 24">
            <a:extLst>
              <a:ext uri="{FF2B5EF4-FFF2-40B4-BE49-F238E27FC236}">
                <a16:creationId xmlns:a16="http://schemas.microsoft.com/office/drawing/2014/main" id="{9884DBB1-019E-F099-6B59-3F0EDBA02407}"/>
              </a:ext>
            </a:extLst>
          </p:cNvPr>
          <p:cNvSpPr>
            <a:spLocks noGrp="1"/>
          </p:cNvSpPr>
          <p:nvPr>
            <p:ph type="body" sz="quarter" idx="10"/>
          </p:nvPr>
        </p:nvSpPr>
        <p:spPr>
          <a:xfrm>
            <a:off x="2204830" y="3403688"/>
            <a:ext cx="8426450" cy="528638"/>
          </a:xfrm>
        </p:spPr>
        <p:txBody>
          <a:bodyPr/>
          <a:lstStyle>
            <a:lvl1pPr marL="0" indent="0">
              <a:lnSpc>
                <a:spcPct val="100000"/>
              </a:lnSpc>
              <a:buNone/>
              <a:defRPr>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Master text styles</a:t>
            </a:r>
          </a:p>
        </p:txBody>
      </p:sp>
      <p:sp>
        <p:nvSpPr>
          <p:cNvPr id="17" name="Text Placeholder 26">
            <a:extLst>
              <a:ext uri="{FF2B5EF4-FFF2-40B4-BE49-F238E27FC236}">
                <a16:creationId xmlns:a16="http://schemas.microsoft.com/office/drawing/2014/main" id="{4971F33F-C0C0-8539-D343-67AEB18984D4}"/>
              </a:ext>
            </a:extLst>
          </p:cNvPr>
          <p:cNvSpPr>
            <a:spLocks noGrp="1"/>
          </p:cNvSpPr>
          <p:nvPr>
            <p:ph type="body" sz="quarter" idx="11" hasCustomPrompt="1"/>
          </p:nvPr>
        </p:nvSpPr>
        <p:spPr>
          <a:xfrm>
            <a:off x="3567113" y="5068089"/>
            <a:ext cx="3211512" cy="385323"/>
          </a:xfrm>
        </p:spPr>
        <p:txBody>
          <a:bodyPr>
            <a:normAutofit/>
          </a:bodyPr>
          <a:lstStyle>
            <a:lvl1pPr marL="0" indent="0">
              <a:lnSpc>
                <a:spcPct val="100000"/>
              </a:lnSpc>
              <a:buNone/>
              <a:defRPr sz="1800" b="1">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8" name="Text Placeholder 26">
            <a:extLst>
              <a:ext uri="{FF2B5EF4-FFF2-40B4-BE49-F238E27FC236}">
                <a16:creationId xmlns:a16="http://schemas.microsoft.com/office/drawing/2014/main" id="{1D6D7C46-1BF3-03DA-DF08-4411AD05C65A}"/>
              </a:ext>
            </a:extLst>
          </p:cNvPr>
          <p:cNvSpPr>
            <a:spLocks noGrp="1"/>
          </p:cNvSpPr>
          <p:nvPr>
            <p:ph type="body" sz="quarter" idx="12" hasCustomPrompt="1"/>
          </p:nvPr>
        </p:nvSpPr>
        <p:spPr>
          <a:xfrm>
            <a:off x="3567113" y="5485532"/>
            <a:ext cx="3211512" cy="385323"/>
          </a:xfrm>
        </p:spPr>
        <p:txBody>
          <a:bodyPr>
            <a:normAutofit/>
          </a:bodyPr>
          <a:lstStyle>
            <a:lvl1pPr marL="0" indent="0">
              <a:lnSpc>
                <a:spcPct val="100000"/>
              </a:lnSpc>
              <a:buNone/>
              <a:defRPr sz="1600" b="0">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9" name="Text Placeholder 26">
            <a:extLst>
              <a:ext uri="{FF2B5EF4-FFF2-40B4-BE49-F238E27FC236}">
                <a16:creationId xmlns:a16="http://schemas.microsoft.com/office/drawing/2014/main" id="{F17E3211-667F-5E49-2329-2FFCD8164E13}"/>
              </a:ext>
            </a:extLst>
          </p:cNvPr>
          <p:cNvSpPr>
            <a:spLocks noGrp="1"/>
          </p:cNvSpPr>
          <p:nvPr>
            <p:ph type="body" sz="quarter" idx="13" hasCustomPrompt="1"/>
          </p:nvPr>
        </p:nvSpPr>
        <p:spPr>
          <a:xfrm>
            <a:off x="7503008" y="5068089"/>
            <a:ext cx="3211512" cy="385323"/>
          </a:xfrm>
        </p:spPr>
        <p:txBody>
          <a:bodyPr>
            <a:normAutofit/>
          </a:bodyPr>
          <a:lstStyle>
            <a:lvl1pPr marL="0" indent="0">
              <a:lnSpc>
                <a:spcPct val="100000"/>
              </a:lnSpc>
              <a:buNone/>
              <a:defRPr sz="1800" b="1">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0" name="Text Placeholder 26">
            <a:extLst>
              <a:ext uri="{FF2B5EF4-FFF2-40B4-BE49-F238E27FC236}">
                <a16:creationId xmlns:a16="http://schemas.microsoft.com/office/drawing/2014/main" id="{44551422-9587-5E98-F7A1-F2F4FAC721DB}"/>
              </a:ext>
            </a:extLst>
          </p:cNvPr>
          <p:cNvSpPr>
            <a:spLocks noGrp="1"/>
          </p:cNvSpPr>
          <p:nvPr>
            <p:ph type="body" sz="quarter" idx="14" hasCustomPrompt="1"/>
          </p:nvPr>
        </p:nvSpPr>
        <p:spPr>
          <a:xfrm>
            <a:off x="7503008" y="5485532"/>
            <a:ext cx="3211512" cy="385323"/>
          </a:xfrm>
        </p:spPr>
        <p:txBody>
          <a:bodyPr>
            <a:normAutofit/>
          </a:bodyPr>
          <a:lstStyle>
            <a:lvl1pPr marL="0" indent="0">
              <a:lnSpc>
                <a:spcPct val="100000"/>
              </a:lnSpc>
              <a:buNone/>
              <a:defRPr sz="1600" b="0">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2" name="AutoShape 11">
            <a:extLst>
              <a:ext uri="{FF2B5EF4-FFF2-40B4-BE49-F238E27FC236}">
                <a16:creationId xmlns:a16="http://schemas.microsoft.com/office/drawing/2014/main" id="{C5612044-FC7C-F316-248E-5E22D7D52A42}"/>
              </a:ext>
            </a:extLst>
          </p:cNvPr>
          <p:cNvSpPr/>
          <p:nvPr userDrawn="1"/>
        </p:nvSpPr>
        <p:spPr>
          <a:xfrm flipH="1" flipV="1">
            <a:off x="273284" y="3349339"/>
            <a:ext cx="1931546" cy="1597424"/>
          </a:xfrm>
          <a:prstGeom prst="line">
            <a:avLst/>
          </a:prstGeom>
          <a:ln w="142875" cap="flat">
            <a:solidFill>
              <a:schemeClr val="bg1"/>
            </a:solidFill>
            <a:prstDash val="solid"/>
            <a:headEnd type="none" w="sm" len="sm"/>
            <a:tailEnd type="none" w="sm" len="sm"/>
          </a:ln>
        </p:spPr>
        <p:txBody>
          <a:bodyPr/>
          <a:lstStyle/>
          <a:p>
            <a:endParaRPr lang="it-IT"/>
          </a:p>
        </p:txBody>
      </p:sp>
      <p:sp>
        <p:nvSpPr>
          <p:cNvPr id="23" name="AutoShape 12">
            <a:extLst>
              <a:ext uri="{FF2B5EF4-FFF2-40B4-BE49-F238E27FC236}">
                <a16:creationId xmlns:a16="http://schemas.microsoft.com/office/drawing/2014/main" id="{164DA4D7-36D1-826B-F814-6C2D7B433B2A}"/>
              </a:ext>
            </a:extLst>
          </p:cNvPr>
          <p:cNvSpPr/>
          <p:nvPr userDrawn="1"/>
        </p:nvSpPr>
        <p:spPr>
          <a:xfrm flipV="1">
            <a:off x="1428046" y="4993684"/>
            <a:ext cx="415156" cy="1514123"/>
          </a:xfrm>
          <a:prstGeom prst="line">
            <a:avLst/>
          </a:prstGeom>
          <a:ln w="142875" cap="flat">
            <a:solidFill>
              <a:schemeClr val="bg1"/>
            </a:solidFill>
            <a:prstDash val="solid"/>
            <a:headEnd type="none" w="sm" len="sm"/>
            <a:tailEnd type="none" w="sm" len="sm"/>
          </a:ln>
        </p:spPr>
        <p:txBody>
          <a:bodyPr/>
          <a:lstStyle/>
          <a:p>
            <a:endParaRPr lang="it-IT"/>
          </a:p>
        </p:txBody>
      </p:sp>
      <p:sp>
        <p:nvSpPr>
          <p:cNvPr id="27" name="AutoShape 11">
            <a:extLst>
              <a:ext uri="{FF2B5EF4-FFF2-40B4-BE49-F238E27FC236}">
                <a16:creationId xmlns:a16="http://schemas.microsoft.com/office/drawing/2014/main" id="{31BEEC61-5BEF-94EF-0400-0B1E345AC8F4}"/>
              </a:ext>
            </a:extLst>
          </p:cNvPr>
          <p:cNvSpPr/>
          <p:nvPr userDrawn="1"/>
        </p:nvSpPr>
        <p:spPr>
          <a:xfrm flipH="1" flipV="1">
            <a:off x="10381111" y="210723"/>
            <a:ext cx="1931546" cy="1597424"/>
          </a:xfrm>
          <a:prstGeom prst="line">
            <a:avLst/>
          </a:prstGeom>
          <a:ln w="142875" cap="flat">
            <a:solidFill>
              <a:schemeClr val="bg1"/>
            </a:solidFill>
            <a:prstDash val="solid"/>
            <a:headEnd type="none" w="sm" len="sm"/>
            <a:tailEnd type="none" w="sm" len="sm"/>
          </a:ln>
        </p:spPr>
        <p:txBody>
          <a:bodyPr/>
          <a:lstStyle/>
          <a:p>
            <a:endParaRPr lang="it-IT"/>
          </a:p>
        </p:txBody>
      </p:sp>
      <p:pic>
        <p:nvPicPr>
          <p:cNvPr id="4" name="Picture 3" descr="A white text on a black background&#10;&#10;Description automatically generated">
            <a:extLst>
              <a:ext uri="{FF2B5EF4-FFF2-40B4-BE49-F238E27FC236}">
                <a16:creationId xmlns:a16="http://schemas.microsoft.com/office/drawing/2014/main" id="{3FDD4080-B396-0E43-85EF-296B44F08155}"/>
              </a:ext>
            </a:extLst>
          </p:cNvPr>
          <p:cNvPicPr>
            <a:picLocks noChangeAspect="1"/>
          </p:cNvPicPr>
          <p:nvPr userDrawn="1"/>
        </p:nvPicPr>
        <p:blipFill>
          <a:blip r:embed="rId2"/>
          <a:stretch>
            <a:fillRect/>
          </a:stretch>
        </p:blipFill>
        <p:spPr>
          <a:xfrm>
            <a:off x="193775" y="184788"/>
            <a:ext cx="3550589" cy="870431"/>
          </a:xfrm>
          <a:prstGeom prst="rect">
            <a:avLst/>
          </a:prstGeom>
        </p:spPr>
      </p:pic>
      <p:sp>
        <p:nvSpPr>
          <p:cNvPr id="5" name="Freeform 6">
            <a:extLst>
              <a:ext uri="{FF2B5EF4-FFF2-40B4-BE49-F238E27FC236}">
                <a16:creationId xmlns:a16="http://schemas.microsoft.com/office/drawing/2014/main" id="{B112F77E-C008-23E2-EBC5-B2CDF2BFE53B}"/>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6" name="Freeform 6">
            <a:extLst>
              <a:ext uri="{FF2B5EF4-FFF2-40B4-BE49-F238E27FC236}">
                <a16:creationId xmlns:a16="http://schemas.microsoft.com/office/drawing/2014/main" id="{0A96BDDD-B061-6F54-4CEB-A804855E9F15}"/>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8" name="Freeform 6">
            <a:extLst>
              <a:ext uri="{FF2B5EF4-FFF2-40B4-BE49-F238E27FC236}">
                <a16:creationId xmlns:a16="http://schemas.microsoft.com/office/drawing/2014/main" id="{0E1628D5-09D3-ED34-BDEC-37B7C79F59C9}"/>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9" name="Freeform 6">
            <a:extLst>
              <a:ext uri="{FF2B5EF4-FFF2-40B4-BE49-F238E27FC236}">
                <a16:creationId xmlns:a16="http://schemas.microsoft.com/office/drawing/2014/main" id="{6A78C912-906D-75F7-C54A-924D7027748C}"/>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0" name="Freeform 6">
            <a:extLst>
              <a:ext uri="{FF2B5EF4-FFF2-40B4-BE49-F238E27FC236}">
                <a16:creationId xmlns:a16="http://schemas.microsoft.com/office/drawing/2014/main" id="{A0A6F875-8484-E756-B2C8-34A38824065D}"/>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grpSp>
        <p:nvGrpSpPr>
          <p:cNvPr id="33" name="Group 32">
            <a:extLst>
              <a:ext uri="{FF2B5EF4-FFF2-40B4-BE49-F238E27FC236}">
                <a16:creationId xmlns:a16="http://schemas.microsoft.com/office/drawing/2014/main" id="{C5CA4DEA-E575-7D39-BF04-3EF602410769}"/>
              </a:ext>
            </a:extLst>
          </p:cNvPr>
          <p:cNvGrpSpPr/>
          <p:nvPr userDrawn="1"/>
        </p:nvGrpSpPr>
        <p:grpSpPr>
          <a:xfrm>
            <a:off x="2555190" y="5958082"/>
            <a:ext cx="9438031" cy="717889"/>
            <a:chOff x="2555190" y="5958082"/>
            <a:chExt cx="9438031" cy="717889"/>
          </a:xfrm>
        </p:grpSpPr>
        <p:pic>
          <p:nvPicPr>
            <p:cNvPr id="21" name="Picture 20" descr="A black and white flag with stars in a circle&#10;&#10;Description automatically generated">
              <a:extLst>
                <a:ext uri="{FF2B5EF4-FFF2-40B4-BE49-F238E27FC236}">
                  <a16:creationId xmlns:a16="http://schemas.microsoft.com/office/drawing/2014/main" id="{76FCFCFE-54A8-BD03-B124-88DE8DFDD342}"/>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30" name="Straight Connector 29">
              <a:extLst>
                <a:ext uri="{FF2B5EF4-FFF2-40B4-BE49-F238E27FC236}">
                  <a16:creationId xmlns:a16="http://schemas.microsoft.com/office/drawing/2014/main" id="{5CB0B534-DFDB-76D0-E0FC-3B70CB6C361A}"/>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A026EFF-D1AA-BC5F-529C-A4BFF2CA2503}"/>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40334025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_White Background">
    <p:spTree>
      <p:nvGrpSpPr>
        <p:cNvPr id="1" name=""/>
        <p:cNvGrpSpPr/>
        <p:nvPr/>
      </p:nvGrpSpPr>
      <p:grpSpPr>
        <a:xfrm>
          <a:off x="0" y="0"/>
          <a:ext cx="0" cy="0"/>
          <a:chOff x="0" y="0"/>
          <a:chExt cx="0" cy="0"/>
        </a:xfrm>
      </p:grpSpPr>
      <p:sp>
        <p:nvSpPr>
          <p:cNvPr id="26" name="AutoShape 11">
            <a:extLst>
              <a:ext uri="{FF2B5EF4-FFF2-40B4-BE49-F238E27FC236}">
                <a16:creationId xmlns:a16="http://schemas.microsoft.com/office/drawing/2014/main" id="{F1AA8C23-A566-57EE-3ACA-4C3D299936EF}"/>
              </a:ext>
            </a:extLst>
          </p:cNvPr>
          <p:cNvSpPr/>
          <p:nvPr userDrawn="1"/>
        </p:nvSpPr>
        <p:spPr>
          <a:xfrm flipH="1" flipV="1">
            <a:off x="0" y="1895207"/>
            <a:ext cx="1482811" cy="2009528"/>
          </a:xfrm>
          <a:prstGeom prst="line">
            <a:avLst/>
          </a:prstGeom>
          <a:ln w="142875" cap="flat">
            <a:solidFill>
              <a:srgbClr val="0E145D"/>
            </a:solidFill>
            <a:prstDash val="solid"/>
            <a:headEnd type="none" w="sm" len="sm"/>
            <a:tailEnd type="none" w="sm" len="sm"/>
          </a:ln>
        </p:spPr>
        <p:txBody>
          <a:bodyPr/>
          <a:lstStyle/>
          <a:p>
            <a:endParaRPr lang="it-IT"/>
          </a:p>
        </p:txBody>
      </p:sp>
      <p:sp>
        <p:nvSpPr>
          <p:cNvPr id="27" name="AutoShape 12">
            <a:extLst>
              <a:ext uri="{FF2B5EF4-FFF2-40B4-BE49-F238E27FC236}">
                <a16:creationId xmlns:a16="http://schemas.microsoft.com/office/drawing/2014/main" id="{F118FF28-D98B-CB8F-9759-F57C6EA31BE6}"/>
              </a:ext>
            </a:extLst>
          </p:cNvPr>
          <p:cNvSpPr/>
          <p:nvPr userDrawn="1"/>
        </p:nvSpPr>
        <p:spPr>
          <a:xfrm flipV="1">
            <a:off x="-477857" y="3930435"/>
            <a:ext cx="1960667" cy="1475359"/>
          </a:xfrm>
          <a:prstGeom prst="line">
            <a:avLst/>
          </a:prstGeom>
          <a:ln w="142875" cap="flat">
            <a:solidFill>
              <a:srgbClr val="0E145D"/>
            </a:solidFill>
            <a:prstDash val="solid"/>
            <a:headEnd type="none" w="sm" len="sm"/>
            <a:tailEnd type="none" w="sm" len="sm"/>
          </a:ln>
        </p:spPr>
        <p:txBody>
          <a:bodyPr/>
          <a:lstStyle/>
          <a:p>
            <a:endParaRPr lang="it-IT"/>
          </a:p>
        </p:txBody>
      </p:sp>
      <p:grpSp>
        <p:nvGrpSpPr>
          <p:cNvPr id="5" name="Group 5">
            <a:extLst>
              <a:ext uri="{FF2B5EF4-FFF2-40B4-BE49-F238E27FC236}">
                <a16:creationId xmlns:a16="http://schemas.microsoft.com/office/drawing/2014/main" id="{36E74DE6-3288-23FE-914B-817ECE403687}"/>
              </a:ext>
            </a:extLst>
          </p:cNvPr>
          <p:cNvGrpSpPr/>
          <p:nvPr userDrawn="1"/>
        </p:nvGrpSpPr>
        <p:grpSpPr>
          <a:xfrm>
            <a:off x="934511" y="3396267"/>
            <a:ext cx="1096599" cy="1096599"/>
            <a:chOff x="0" y="0"/>
            <a:chExt cx="812800" cy="812800"/>
          </a:xfrm>
        </p:grpSpPr>
        <p:sp>
          <p:nvSpPr>
            <p:cNvPr id="6" name="Freeform 6">
              <a:extLst>
                <a:ext uri="{FF2B5EF4-FFF2-40B4-BE49-F238E27FC236}">
                  <a16:creationId xmlns:a16="http://schemas.microsoft.com/office/drawing/2014/main" id="{492D3BCB-C6C5-8753-0656-2170C40E2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2" name="TextBox 7">
              <a:extLst>
                <a:ext uri="{FF2B5EF4-FFF2-40B4-BE49-F238E27FC236}">
                  <a16:creationId xmlns:a16="http://schemas.microsoft.com/office/drawing/2014/main" id="{077B2C95-0416-BAF3-82AF-83600CAD25DA}"/>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3" name="Group 8">
            <a:extLst>
              <a:ext uri="{FF2B5EF4-FFF2-40B4-BE49-F238E27FC236}">
                <a16:creationId xmlns:a16="http://schemas.microsoft.com/office/drawing/2014/main" id="{A18A1D2B-0816-C77D-9839-D16DC16A7E0E}"/>
              </a:ext>
            </a:extLst>
          </p:cNvPr>
          <p:cNvGrpSpPr/>
          <p:nvPr userDrawn="1"/>
        </p:nvGrpSpPr>
        <p:grpSpPr>
          <a:xfrm>
            <a:off x="-588131" y="1307076"/>
            <a:ext cx="1176262" cy="1176262"/>
            <a:chOff x="0" y="0"/>
            <a:chExt cx="812800" cy="812800"/>
          </a:xfrm>
        </p:grpSpPr>
        <p:sp>
          <p:nvSpPr>
            <p:cNvPr id="24" name="Freeform 9">
              <a:extLst>
                <a:ext uri="{FF2B5EF4-FFF2-40B4-BE49-F238E27FC236}">
                  <a16:creationId xmlns:a16="http://schemas.microsoft.com/office/drawing/2014/main" id="{1631EB92-F6C7-6B1E-815D-024EB3AD35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25" name="TextBox 10">
              <a:extLst>
                <a:ext uri="{FF2B5EF4-FFF2-40B4-BE49-F238E27FC236}">
                  <a16:creationId xmlns:a16="http://schemas.microsoft.com/office/drawing/2014/main" id="{B6110C2C-6A51-DC8C-4687-9E86062230E2}"/>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8" name="Group 13">
            <a:extLst>
              <a:ext uri="{FF2B5EF4-FFF2-40B4-BE49-F238E27FC236}">
                <a16:creationId xmlns:a16="http://schemas.microsoft.com/office/drawing/2014/main" id="{15743FF6-CDCF-1100-6076-6DE898F1C0B7}"/>
              </a:ext>
            </a:extLst>
          </p:cNvPr>
          <p:cNvGrpSpPr/>
          <p:nvPr userDrawn="1"/>
        </p:nvGrpSpPr>
        <p:grpSpPr>
          <a:xfrm>
            <a:off x="10966256" y="5212514"/>
            <a:ext cx="3290972" cy="3290972"/>
            <a:chOff x="0" y="0"/>
            <a:chExt cx="812800" cy="812800"/>
          </a:xfrm>
        </p:grpSpPr>
        <p:sp>
          <p:nvSpPr>
            <p:cNvPr id="29" name="Freeform 14">
              <a:extLst>
                <a:ext uri="{FF2B5EF4-FFF2-40B4-BE49-F238E27FC236}">
                  <a16:creationId xmlns:a16="http://schemas.microsoft.com/office/drawing/2014/main" id="{16FBE27D-2AAD-3A9E-93F3-C5047FADE5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300"/>
            </a:solidFill>
          </p:spPr>
          <p:txBody>
            <a:bodyPr/>
            <a:lstStyle/>
            <a:p>
              <a:endParaRPr lang="it-IT"/>
            </a:p>
          </p:txBody>
        </p:sp>
        <p:sp>
          <p:nvSpPr>
            <p:cNvPr id="30" name="TextBox 15">
              <a:extLst>
                <a:ext uri="{FF2B5EF4-FFF2-40B4-BE49-F238E27FC236}">
                  <a16:creationId xmlns:a16="http://schemas.microsoft.com/office/drawing/2014/main" id="{17D803A3-9B18-2091-9EDF-A3AABF0DF61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32" name="Freeform 2">
            <a:extLst>
              <a:ext uri="{FF2B5EF4-FFF2-40B4-BE49-F238E27FC236}">
                <a16:creationId xmlns:a16="http://schemas.microsoft.com/office/drawing/2014/main" id="{0EE2A61F-4321-3A40-239A-5133EE46AAD1}"/>
              </a:ext>
            </a:extLst>
          </p:cNvPr>
          <p:cNvSpPr/>
          <p:nvPr userDrawn="1"/>
        </p:nvSpPr>
        <p:spPr>
          <a:xfrm>
            <a:off x="9962501"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sp>
        <p:nvSpPr>
          <p:cNvPr id="36" name="Title 35">
            <a:extLst>
              <a:ext uri="{FF2B5EF4-FFF2-40B4-BE49-F238E27FC236}">
                <a16:creationId xmlns:a16="http://schemas.microsoft.com/office/drawing/2014/main" id="{0EC52AA9-1977-65DB-F539-DEABF9A83683}"/>
              </a:ext>
            </a:extLst>
          </p:cNvPr>
          <p:cNvSpPr>
            <a:spLocks noGrp="1"/>
          </p:cNvSpPr>
          <p:nvPr>
            <p:ph type="title" hasCustomPrompt="1"/>
          </p:nvPr>
        </p:nvSpPr>
        <p:spPr/>
        <p:txBody>
          <a:bodyPr>
            <a:normAutofit/>
          </a:bodyPr>
          <a:lstStyle>
            <a:lvl1pPr>
              <a:lnSpc>
                <a:spcPct val="100000"/>
              </a:lnSpc>
              <a:defRPr sz="4800" b="1">
                <a:latin typeface="Poppins" pitchFamily="2" charset="77"/>
                <a:cs typeface="Poppins" pitchFamily="2" charset="77"/>
              </a:defRPr>
            </a:lvl1pPr>
          </a:lstStyle>
          <a:p>
            <a:r>
              <a:rPr lang="en-GB"/>
              <a:t>Table of content</a:t>
            </a:r>
            <a:endParaRPr lang="it-IT"/>
          </a:p>
        </p:txBody>
      </p:sp>
      <p:sp>
        <p:nvSpPr>
          <p:cNvPr id="38" name="Text Placeholder 37">
            <a:extLst>
              <a:ext uri="{FF2B5EF4-FFF2-40B4-BE49-F238E27FC236}">
                <a16:creationId xmlns:a16="http://schemas.microsoft.com/office/drawing/2014/main" id="{FC69C01F-4184-AF81-7F17-968B192CDFFD}"/>
              </a:ext>
            </a:extLst>
          </p:cNvPr>
          <p:cNvSpPr>
            <a:spLocks noGrp="1"/>
          </p:cNvSpPr>
          <p:nvPr>
            <p:ph type="body" sz="quarter" idx="10" hasCustomPrompt="1"/>
          </p:nvPr>
        </p:nvSpPr>
        <p:spPr>
          <a:xfrm>
            <a:off x="2417322" y="1713915"/>
            <a:ext cx="4073126" cy="4170800"/>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lnSpc>
                <a:spcPct val="100000"/>
              </a:lnSpc>
              <a:buNone/>
              <a:defRPr sz="2000">
                <a:solidFill>
                  <a:schemeClr val="bg2">
                    <a:lumMod val="10000"/>
                  </a:schemeClr>
                </a:solidFill>
                <a:latin typeface="Poppins" pitchFamily="2" charset="77"/>
                <a:cs typeface="Poppins" pitchFamily="2" charset="77"/>
              </a:defRPr>
            </a:lvl2pPr>
            <a:lvl3pPr marL="914400" indent="0">
              <a:lnSpc>
                <a:spcPct val="100000"/>
              </a:lnSpc>
              <a:buNone/>
              <a:defRPr sz="1800">
                <a:solidFill>
                  <a:schemeClr val="bg2">
                    <a:lumMod val="10000"/>
                  </a:schemeClr>
                </a:solidFill>
                <a:latin typeface="Poppins" pitchFamily="2" charset="77"/>
                <a:cs typeface="Poppins" pitchFamily="2" charset="77"/>
              </a:defRPr>
            </a:lvl3pPr>
            <a:lvl4pPr marL="1371600" indent="0">
              <a:lnSpc>
                <a:spcPct val="100000"/>
              </a:lnSpc>
              <a:buNone/>
              <a:defRPr sz="1600">
                <a:solidFill>
                  <a:schemeClr val="bg2">
                    <a:lumMod val="10000"/>
                  </a:schemeClr>
                </a:solidFill>
                <a:latin typeface="Poppins" pitchFamily="2" charset="77"/>
                <a:cs typeface="Poppins" pitchFamily="2" charset="77"/>
              </a:defRPr>
            </a:lvl4pPr>
            <a:lvl5pPr marL="1828800" indent="0">
              <a:lnSpc>
                <a:spcPct val="100000"/>
              </a:lnSpc>
              <a:buNone/>
              <a:defRPr sz="1600">
                <a:solidFill>
                  <a:schemeClr val="bg2">
                    <a:lumMod val="10000"/>
                  </a:schemeClr>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7">
            <a:extLst>
              <a:ext uri="{FF2B5EF4-FFF2-40B4-BE49-F238E27FC236}">
                <a16:creationId xmlns:a16="http://schemas.microsoft.com/office/drawing/2014/main" id="{A5FD1EF8-0A36-1568-8DA0-D38B99DE4D13}"/>
              </a:ext>
            </a:extLst>
          </p:cNvPr>
          <p:cNvSpPr>
            <a:spLocks noGrp="1"/>
          </p:cNvSpPr>
          <p:nvPr>
            <p:ph type="body" sz="quarter" idx="11" hasCustomPrompt="1"/>
          </p:nvPr>
        </p:nvSpPr>
        <p:spPr>
          <a:xfrm>
            <a:off x="7070004" y="1713915"/>
            <a:ext cx="4073126" cy="4170800"/>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lnSpc>
                <a:spcPct val="100000"/>
              </a:lnSpc>
              <a:buNone/>
              <a:defRPr sz="2000">
                <a:solidFill>
                  <a:schemeClr val="bg2">
                    <a:lumMod val="10000"/>
                  </a:schemeClr>
                </a:solidFill>
                <a:latin typeface="Poppins" pitchFamily="2" charset="77"/>
                <a:cs typeface="Poppins" pitchFamily="2" charset="77"/>
              </a:defRPr>
            </a:lvl2pPr>
            <a:lvl3pPr marL="914400" indent="0">
              <a:lnSpc>
                <a:spcPct val="100000"/>
              </a:lnSpc>
              <a:buNone/>
              <a:defRPr sz="1800">
                <a:solidFill>
                  <a:schemeClr val="bg2">
                    <a:lumMod val="10000"/>
                  </a:schemeClr>
                </a:solidFill>
                <a:latin typeface="Poppins" pitchFamily="2" charset="77"/>
                <a:cs typeface="Poppins" pitchFamily="2" charset="77"/>
              </a:defRPr>
            </a:lvl3pPr>
            <a:lvl4pPr marL="1371600" indent="0">
              <a:lnSpc>
                <a:spcPct val="100000"/>
              </a:lnSpc>
              <a:buNone/>
              <a:defRPr sz="1600">
                <a:solidFill>
                  <a:schemeClr val="bg2">
                    <a:lumMod val="10000"/>
                  </a:schemeClr>
                </a:solidFill>
                <a:latin typeface="Poppins" pitchFamily="2" charset="77"/>
                <a:cs typeface="Poppins" pitchFamily="2" charset="77"/>
              </a:defRPr>
            </a:lvl4pPr>
            <a:lvl5pPr marL="1828800" indent="0">
              <a:lnSpc>
                <a:spcPct val="100000"/>
              </a:lnSpc>
              <a:buNone/>
              <a:defRPr sz="1600">
                <a:solidFill>
                  <a:schemeClr val="bg2">
                    <a:lumMod val="10000"/>
                  </a:schemeClr>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grpSp>
        <p:nvGrpSpPr>
          <p:cNvPr id="14" name="Group 13">
            <a:extLst>
              <a:ext uri="{FF2B5EF4-FFF2-40B4-BE49-F238E27FC236}">
                <a16:creationId xmlns:a16="http://schemas.microsoft.com/office/drawing/2014/main" id="{9A6AADE8-7C13-E7E2-5765-C11AC1EA9C81}"/>
              </a:ext>
            </a:extLst>
          </p:cNvPr>
          <p:cNvGrpSpPr/>
          <p:nvPr userDrawn="1"/>
        </p:nvGrpSpPr>
        <p:grpSpPr>
          <a:xfrm>
            <a:off x="180661" y="5939963"/>
            <a:ext cx="9436421" cy="716282"/>
            <a:chOff x="180661" y="5939963"/>
            <a:chExt cx="9436421" cy="716282"/>
          </a:xfrm>
        </p:grpSpPr>
        <p:sp>
          <p:nvSpPr>
            <p:cNvPr id="2" name="Freeform 9">
              <a:extLst>
                <a:ext uri="{FF2B5EF4-FFF2-40B4-BE49-F238E27FC236}">
                  <a16:creationId xmlns:a16="http://schemas.microsoft.com/office/drawing/2014/main" id="{E9EB485A-5A4A-0032-F942-7434C7CCC42B}"/>
                </a:ext>
              </a:extLst>
            </p:cNvPr>
            <p:cNvSpPr/>
            <p:nvPr userDrawn="1"/>
          </p:nvSpPr>
          <p:spPr>
            <a:xfrm>
              <a:off x="180661" y="5939963"/>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7" name="Straight Connector 6">
              <a:extLst>
                <a:ext uri="{FF2B5EF4-FFF2-40B4-BE49-F238E27FC236}">
                  <a16:creationId xmlns:a16="http://schemas.microsoft.com/office/drawing/2014/main" id="{C54C6835-16B3-3704-A6C6-2672DB5B45B4}"/>
                </a:ext>
              </a:extLst>
            </p:cNvPr>
            <p:cNvCxnSpPr>
              <a:cxnSpLocks/>
            </p:cNvCxnSpPr>
            <p:nvPr userDrawn="1"/>
          </p:nvCxnSpPr>
          <p:spPr>
            <a:xfrm>
              <a:off x="949028" y="5989863"/>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B85017E-8BBA-323B-6B32-6FAE230CAA38}"/>
                </a:ext>
              </a:extLst>
            </p:cNvPr>
            <p:cNvSpPr txBox="1"/>
            <p:nvPr userDrawn="1"/>
          </p:nvSpPr>
          <p:spPr>
            <a:xfrm>
              <a:off x="992254" y="6113438"/>
              <a:ext cx="8624828" cy="369332"/>
            </a:xfrm>
            <a:prstGeom prst="rect">
              <a:avLst/>
            </a:prstGeom>
            <a:noFill/>
          </p:spPr>
          <p:txBody>
            <a:bodyPr wrap="square" rtlCol="0" anchor="ctr">
              <a:spAutoFit/>
            </a:bodyPr>
            <a:lstStyle/>
            <a:p>
              <a:pPr algn="l"/>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2943598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_Blue Background">
    <p:bg>
      <p:bgPr>
        <a:solidFill>
          <a:schemeClr val="tx1"/>
        </a:solidFill>
        <a:effectLst/>
      </p:bgPr>
    </p:bg>
    <p:spTree>
      <p:nvGrpSpPr>
        <p:cNvPr id="1" name=""/>
        <p:cNvGrpSpPr/>
        <p:nvPr/>
      </p:nvGrpSpPr>
      <p:grpSpPr>
        <a:xfrm>
          <a:off x="0" y="0"/>
          <a:ext cx="0" cy="0"/>
          <a:chOff x="0" y="0"/>
          <a:chExt cx="0" cy="0"/>
        </a:xfrm>
      </p:grpSpPr>
      <p:sp>
        <p:nvSpPr>
          <p:cNvPr id="26" name="AutoShape 11">
            <a:extLst>
              <a:ext uri="{FF2B5EF4-FFF2-40B4-BE49-F238E27FC236}">
                <a16:creationId xmlns:a16="http://schemas.microsoft.com/office/drawing/2014/main" id="{F1AA8C23-A566-57EE-3ACA-4C3D299936EF}"/>
              </a:ext>
            </a:extLst>
          </p:cNvPr>
          <p:cNvSpPr/>
          <p:nvPr userDrawn="1"/>
        </p:nvSpPr>
        <p:spPr>
          <a:xfrm flipH="1" flipV="1">
            <a:off x="0" y="1895207"/>
            <a:ext cx="1482811" cy="2009528"/>
          </a:xfrm>
          <a:prstGeom prst="line">
            <a:avLst/>
          </a:prstGeom>
          <a:ln w="142875" cap="flat">
            <a:solidFill>
              <a:schemeClr val="bg1"/>
            </a:solidFill>
            <a:prstDash val="solid"/>
            <a:headEnd type="none" w="sm" len="sm"/>
            <a:tailEnd type="none" w="sm" len="sm"/>
          </a:ln>
        </p:spPr>
        <p:txBody>
          <a:bodyPr/>
          <a:lstStyle/>
          <a:p>
            <a:endParaRPr lang="it-IT"/>
          </a:p>
        </p:txBody>
      </p:sp>
      <p:sp>
        <p:nvSpPr>
          <p:cNvPr id="27" name="AutoShape 12">
            <a:extLst>
              <a:ext uri="{FF2B5EF4-FFF2-40B4-BE49-F238E27FC236}">
                <a16:creationId xmlns:a16="http://schemas.microsoft.com/office/drawing/2014/main" id="{F118FF28-D98B-CB8F-9759-F57C6EA31BE6}"/>
              </a:ext>
            </a:extLst>
          </p:cNvPr>
          <p:cNvSpPr/>
          <p:nvPr userDrawn="1"/>
        </p:nvSpPr>
        <p:spPr>
          <a:xfrm flipV="1">
            <a:off x="-477857" y="3930435"/>
            <a:ext cx="1960667" cy="1475359"/>
          </a:xfrm>
          <a:prstGeom prst="line">
            <a:avLst/>
          </a:prstGeom>
          <a:ln w="142875" cap="flat">
            <a:solidFill>
              <a:schemeClr val="bg1"/>
            </a:solidFill>
            <a:prstDash val="solid"/>
            <a:headEnd type="none" w="sm" len="sm"/>
            <a:tailEnd type="none" w="sm" len="sm"/>
          </a:ln>
        </p:spPr>
        <p:txBody>
          <a:bodyPr/>
          <a:lstStyle/>
          <a:p>
            <a:endParaRPr lang="it-IT"/>
          </a:p>
        </p:txBody>
      </p:sp>
      <p:grpSp>
        <p:nvGrpSpPr>
          <p:cNvPr id="5" name="Group 5">
            <a:extLst>
              <a:ext uri="{FF2B5EF4-FFF2-40B4-BE49-F238E27FC236}">
                <a16:creationId xmlns:a16="http://schemas.microsoft.com/office/drawing/2014/main" id="{36E74DE6-3288-23FE-914B-817ECE403687}"/>
              </a:ext>
            </a:extLst>
          </p:cNvPr>
          <p:cNvGrpSpPr/>
          <p:nvPr userDrawn="1"/>
        </p:nvGrpSpPr>
        <p:grpSpPr>
          <a:xfrm>
            <a:off x="934511" y="3396267"/>
            <a:ext cx="1096599" cy="1096599"/>
            <a:chOff x="0" y="0"/>
            <a:chExt cx="812800" cy="812800"/>
          </a:xfrm>
        </p:grpSpPr>
        <p:sp>
          <p:nvSpPr>
            <p:cNvPr id="6" name="Freeform 6">
              <a:extLst>
                <a:ext uri="{FF2B5EF4-FFF2-40B4-BE49-F238E27FC236}">
                  <a16:creationId xmlns:a16="http://schemas.microsoft.com/office/drawing/2014/main" id="{492D3BCB-C6C5-8753-0656-2170C40E2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2" name="TextBox 7">
              <a:extLst>
                <a:ext uri="{FF2B5EF4-FFF2-40B4-BE49-F238E27FC236}">
                  <a16:creationId xmlns:a16="http://schemas.microsoft.com/office/drawing/2014/main" id="{077B2C95-0416-BAF3-82AF-83600CAD25DA}"/>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3" name="Group 8">
            <a:extLst>
              <a:ext uri="{FF2B5EF4-FFF2-40B4-BE49-F238E27FC236}">
                <a16:creationId xmlns:a16="http://schemas.microsoft.com/office/drawing/2014/main" id="{A18A1D2B-0816-C77D-9839-D16DC16A7E0E}"/>
              </a:ext>
            </a:extLst>
          </p:cNvPr>
          <p:cNvGrpSpPr/>
          <p:nvPr userDrawn="1"/>
        </p:nvGrpSpPr>
        <p:grpSpPr>
          <a:xfrm>
            <a:off x="-588131" y="1307076"/>
            <a:ext cx="1176262" cy="1176262"/>
            <a:chOff x="0" y="0"/>
            <a:chExt cx="812800" cy="812800"/>
          </a:xfrm>
        </p:grpSpPr>
        <p:sp>
          <p:nvSpPr>
            <p:cNvPr id="24" name="Freeform 9">
              <a:extLst>
                <a:ext uri="{FF2B5EF4-FFF2-40B4-BE49-F238E27FC236}">
                  <a16:creationId xmlns:a16="http://schemas.microsoft.com/office/drawing/2014/main" id="{1631EB92-F6C7-6B1E-815D-024EB3AD35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25" name="TextBox 10">
              <a:extLst>
                <a:ext uri="{FF2B5EF4-FFF2-40B4-BE49-F238E27FC236}">
                  <a16:creationId xmlns:a16="http://schemas.microsoft.com/office/drawing/2014/main" id="{B6110C2C-6A51-DC8C-4687-9E86062230E2}"/>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8" name="Group 13">
            <a:extLst>
              <a:ext uri="{FF2B5EF4-FFF2-40B4-BE49-F238E27FC236}">
                <a16:creationId xmlns:a16="http://schemas.microsoft.com/office/drawing/2014/main" id="{15743FF6-CDCF-1100-6076-6DE898F1C0B7}"/>
              </a:ext>
            </a:extLst>
          </p:cNvPr>
          <p:cNvGrpSpPr/>
          <p:nvPr userDrawn="1"/>
        </p:nvGrpSpPr>
        <p:grpSpPr>
          <a:xfrm>
            <a:off x="10966256" y="5212514"/>
            <a:ext cx="3290972" cy="3290972"/>
            <a:chOff x="0" y="0"/>
            <a:chExt cx="812800" cy="812800"/>
          </a:xfrm>
        </p:grpSpPr>
        <p:sp>
          <p:nvSpPr>
            <p:cNvPr id="29" name="Freeform 14">
              <a:extLst>
                <a:ext uri="{FF2B5EF4-FFF2-40B4-BE49-F238E27FC236}">
                  <a16:creationId xmlns:a16="http://schemas.microsoft.com/office/drawing/2014/main" id="{16FBE27D-2AAD-3A9E-93F3-C5047FADE5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300"/>
            </a:solidFill>
          </p:spPr>
          <p:txBody>
            <a:bodyPr/>
            <a:lstStyle/>
            <a:p>
              <a:endParaRPr lang="it-IT"/>
            </a:p>
          </p:txBody>
        </p:sp>
        <p:sp>
          <p:nvSpPr>
            <p:cNvPr id="30" name="TextBox 15">
              <a:extLst>
                <a:ext uri="{FF2B5EF4-FFF2-40B4-BE49-F238E27FC236}">
                  <a16:creationId xmlns:a16="http://schemas.microsoft.com/office/drawing/2014/main" id="{17D803A3-9B18-2091-9EDF-A3AABF0DF61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36" name="Title 35">
            <a:extLst>
              <a:ext uri="{FF2B5EF4-FFF2-40B4-BE49-F238E27FC236}">
                <a16:creationId xmlns:a16="http://schemas.microsoft.com/office/drawing/2014/main" id="{0EC52AA9-1977-65DB-F539-DEABF9A83683}"/>
              </a:ext>
            </a:extLst>
          </p:cNvPr>
          <p:cNvSpPr>
            <a:spLocks noGrp="1"/>
          </p:cNvSpPr>
          <p:nvPr>
            <p:ph type="title" hasCustomPrompt="1"/>
          </p:nvPr>
        </p:nvSpPr>
        <p:spPr/>
        <p:txBody>
          <a:bodyPr>
            <a:normAutofit/>
          </a:bodyPr>
          <a:lstStyle>
            <a:lvl1pPr>
              <a:lnSpc>
                <a:spcPct val="100000"/>
              </a:lnSpc>
              <a:defRPr sz="4800" b="1">
                <a:solidFill>
                  <a:schemeClr val="bg1"/>
                </a:solidFill>
                <a:latin typeface="Poppins" pitchFamily="2" charset="77"/>
                <a:cs typeface="Poppins" pitchFamily="2" charset="77"/>
              </a:defRPr>
            </a:lvl1pPr>
          </a:lstStyle>
          <a:p>
            <a:r>
              <a:rPr lang="en-GB"/>
              <a:t>Table of content</a:t>
            </a:r>
            <a:endParaRPr lang="it-IT"/>
          </a:p>
        </p:txBody>
      </p:sp>
      <p:sp>
        <p:nvSpPr>
          <p:cNvPr id="38" name="Text Placeholder 37">
            <a:extLst>
              <a:ext uri="{FF2B5EF4-FFF2-40B4-BE49-F238E27FC236}">
                <a16:creationId xmlns:a16="http://schemas.microsoft.com/office/drawing/2014/main" id="{FC69C01F-4184-AF81-7F17-968B192CDFFD}"/>
              </a:ext>
            </a:extLst>
          </p:cNvPr>
          <p:cNvSpPr>
            <a:spLocks noGrp="1"/>
          </p:cNvSpPr>
          <p:nvPr>
            <p:ph type="body" sz="quarter" idx="10" hasCustomPrompt="1"/>
          </p:nvPr>
        </p:nvSpPr>
        <p:spPr>
          <a:xfrm>
            <a:off x="2417322" y="1713915"/>
            <a:ext cx="4073126" cy="4170800"/>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lnSpc>
                <a:spcPct val="100000"/>
              </a:lnSpc>
              <a:buNone/>
              <a:defRPr sz="2000">
                <a:solidFill>
                  <a:schemeClr val="bg1"/>
                </a:solidFill>
                <a:latin typeface="Poppins" pitchFamily="2" charset="77"/>
                <a:cs typeface="Poppins" pitchFamily="2" charset="77"/>
              </a:defRPr>
            </a:lvl2pPr>
            <a:lvl3pPr marL="914400" indent="0">
              <a:lnSpc>
                <a:spcPct val="100000"/>
              </a:lnSpc>
              <a:buNone/>
              <a:defRPr sz="1800">
                <a:solidFill>
                  <a:schemeClr val="bg1"/>
                </a:solidFill>
                <a:latin typeface="Poppins" pitchFamily="2" charset="77"/>
                <a:cs typeface="Poppins" pitchFamily="2" charset="77"/>
              </a:defRPr>
            </a:lvl3pPr>
            <a:lvl4pPr marL="1371600" indent="0">
              <a:lnSpc>
                <a:spcPct val="100000"/>
              </a:lnSpc>
              <a:buNone/>
              <a:defRPr sz="1600">
                <a:solidFill>
                  <a:schemeClr val="bg1"/>
                </a:solidFill>
                <a:latin typeface="Poppins" pitchFamily="2" charset="77"/>
                <a:cs typeface="Poppins" pitchFamily="2" charset="77"/>
              </a:defRPr>
            </a:lvl4pPr>
            <a:lvl5pPr marL="1828800" indent="0">
              <a:lnSpc>
                <a:spcPct val="100000"/>
              </a:lnSpc>
              <a:buNone/>
              <a:defRPr sz="1600">
                <a:solidFill>
                  <a:schemeClr val="bg1"/>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7">
            <a:extLst>
              <a:ext uri="{FF2B5EF4-FFF2-40B4-BE49-F238E27FC236}">
                <a16:creationId xmlns:a16="http://schemas.microsoft.com/office/drawing/2014/main" id="{A5FD1EF8-0A36-1568-8DA0-D38B99DE4D13}"/>
              </a:ext>
            </a:extLst>
          </p:cNvPr>
          <p:cNvSpPr>
            <a:spLocks noGrp="1"/>
          </p:cNvSpPr>
          <p:nvPr>
            <p:ph type="body" sz="quarter" idx="11" hasCustomPrompt="1"/>
          </p:nvPr>
        </p:nvSpPr>
        <p:spPr>
          <a:xfrm>
            <a:off x="7070004" y="1713915"/>
            <a:ext cx="4073126" cy="4170800"/>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lnSpc>
                <a:spcPct val="100000"/>
              </a:lnSpc>
              <a:buNone/>
              <a:defRPr sz="2000">
                <a:solidFill>
                  <a:schemeClr val="bg1"/>
                </a:solidFill>
                <a:latin typeface="Poppins" pitchFamily="2" charset="77"/>
                <a:cs typeface="Poppins" pitchFamily="2" charset="77"/>
              </a:defRPr>
            </a:lvl2pPr>
            <a:lvl3pPr marL="914400" indent="0">
              <a:lnSpc>
                <a:spcPct val="100000"/>
              </a:lnSpc>
              <a:buNone/>
              <a:defRPr sz="1800">
                <a:solidFill>
                  <a:schemeClr val="bg1"/>
                </a:solidFill>
                <a:latin typeface="Poppins" pitchFamily="2" charset="77"/>
                <a:cs typeface="Poppins" pitchFamily="2" charset="77"/>
              </a:defRPr>
            </a:lvl3pPr>
            <a:lvl4pPr marL="1371600" indent="0">
              <a:lnSpc>
                <a:spcPct val="100000"/>
              </a:lnSpc>
              <a:buNone/>
              <a:defRPr sz="1600">
                <a:solidFill>
                  <a:schemeClr val="bg1"/>
                </a:solidFill>
                <a:latin typeface="Poppins" pitchFamily="2" charset="77"/>
                <a:cs typeface="Poppins" pitchFamily="2" charset="77"/>
              </a:defRPr>
            </a:lvl4pPr>
            <a:lvl5pPr marL="1828800" indent="0">
              <a:lnSpc>
                <a:spcPct val="100000"/>
              </a:lnSpc>
              <a:buNone/>
              <a:defRPr sz="1600">
                <a:solidFill>
                  <a:schemeClr val="bg1"/>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grpSp>
        <p:nvGrpSpPr>
          <p:cNvPr id="15" name="Group 14">
            <a:extLst>
              <a:ext uri="{FF2B5EF4-FFF2-40B4-BE49-F238E27FC236}">
                <a16:creationId xmlns:a16="http://schemas.microsoft.com/office/drawing/2014/main" id="{575B322A-D524-1197-D2E2-872C007B2698}"/>
              </a:ext>
            </a:extLst>
          </p:cNvPr>
          <p:cNvGrpSpPr/>
          <p:nvPr userDrawn="1"/>
        </p:nvGrpSpPr>
        <p:grpSpPr>
          <a:xfrm>
            <a:off x="181620" y="5938356"/>
            <a:ext cx="9435462" cy="717889"/>
            <a:chOff x="181620" y="5938356"/>
            <a:chExt cx="9435462" cy="717889"/>
          </a:xfrm>
        </p:grpSpPr>
        <p:cxnSp>
          <p:nvCxnSpPr>
            <p:cNvPr id="7" name="Straight Connector 6">
              <a:extLst>
                <a:ext uri="{FF2B5EF4-FFF2-40B4-BE49-F238E27FC236}">
                  <a16:creationId xmlns:a16="http://schemas.microsoft.com/office/drawing/2014/main" id="{C54C6835-16B3-3704-A6C6-2672DB5B45B4}"/>
                </a:ext>
              </a:extLst>
            </p:cNvPr>
            <p:cNvCxnSpPr>
              <a:cxnSpLocks/>
            </p:cNvCxnSpPr>
            <p:nvPr userDrawn="1"/>
          </p:nvCxnSpPr>
          <p:spPr>
            <a:xfrm>
              <a:off x="949028" y="5989863"/>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B85017E-8BBA-323B-6B32-6FAE230CAA38}"/>
                </a:ext>
              </a:extLst>
            </p:cNvPr>
            <p:cNvSpPr txBox="1"/>
            <p:nvPr userDrawn="1"/>
          </p:nvSpPr>
          <p:spPr>
            <a:xfrm>
              <a:off x="992254" y="6113438"/>
              <a:ext cx="8624828" cy="369332"/>
            </a:xfrm>
            <a:prstGeom prst="rect">
              <a:avLst/>
            </a:prstGeom>
            <a:noFill/>
          </p:spPr>
          <p:txBody>
            <a:bodyPr wrap="square" rtlCol="0" anchor="ctr">
              <a:spAutoFit/>
            </a:bodyPr>
            <a:lstStyle/>
            <a:p>
              <a:pPr algn="l"/>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pic>
          <p:nvPicPr>
            <p:cNvPr id="14" name="Picture 13" descr="A black and white flag with stars in a circle&#10;&#10;Description automatically generated">
              <a:extLst>
                <a:ext uri="{FF2B5EF4-FFF2-40B4-BE49-F238E27FC236}">
                  <a16:creationId xmlns:a16="http://schemas.microsoft.com/office/drawing/2014/main" id="{D7CC0DEB-1888-F3B3-970A-288CF15EF962}"/>
                </a:ext>
              </a:extLst>
            </p:cNvPr>
            <p:cNvPicPr>
              <a:picLocks noChangeAspect="1"/>
            </p:cNvPicPr>
            <p:nvPr userDrawn="1"/>
          </p:nvPicPr>
          <p:blipFill>
            <a:blip r:embed="rId2"/>
            <a:stretch>
              <a:fillRect/>
            </a:stretch>
          </p:blipFill>
          <p:spPr>
            <a:xfrm>
              <a:off x="181620" y="5938356"/>
              <a:ext cx="679939" cy="717889"/>
            </a:xfrm>
            <a:prstGeom prst="rect">
              <a:avLst/>
            </a:prstGeom>
          </p:spPr>
        </p:pic>
      </p:grpSp>
      <p:pic>
        <p:nvPicPr>
          <p:cNvPr id="17" name="Picture 16" descr="A white text on a black background&#10;&#10;Description automatically generated">
            <a:extLst>
              <a:ext uri="{FF2B5EF4-FFF2-40B4-BE49-F238E27FC236}">
                <a16:creationId xmlns:a16="http://schemas.microsoft.com/office/drawing/2014/main" id="{74D014D6-7405-C726-3FCC-B34F59722F70}"/>
              </a:ext>
            </a:extLst>
          </p:cNvPr>
          <p:cNvPicPr>
            <a:picLocks noChangeAspect="1"/>
          </p:cNvPicPr>
          <p:nvPr userDrawn="1"/>
        </p:nvPicPr>
        <p:blipFill>
          <a:blip r:embed="rId3"/>
          <a:stretch>
            <a:fillRect/>
          </a:stretch>
        </p:blipFill>
        <p:spPr>
          <a:xfrm>
            <a:off x="9962500" y="184789"/>
            <a:ext cx="2007511" cy="492144"/>
          </a:xfrm>
          <a:prstGeom prst="rect">
            <a:avLst/>
          </a:prstGeom>
        </p:spPr>
      </p:pic>
    </p:spTree>
    <p:extLst>
      <p:ext uri="{BB962C8B-B14F-4D97-AF65-F5344CB8AC3E}">
        <p14:creationId xmlns:p14="http://schemas.microsoft.com/office/powerpoint/2010/main" val="23609011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Title Slide_White Background">
    <p:bg>
      <p:bgPr>
        <a:solidFill>
          <a:srgbClr val="0D145C"/>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8B8DAF9-37B6-5AB1-E831-FA4B13996D1F}"/>
              </a:ext>
            </a:extLst>
          </p:cNvPr>
          <p:cNvGrpSpPr/>
          <p:nvPr userDrawn="1"/>
        </p:nvGrpSpPr>
        <p:grpSpPr>
          <a:xfrm>
            <a:off x="6163283" y="-1347060"/>
            <a:ext cx="2998920" cy="2998920"/>
            <a:chOff x="0" y="0"/>
            <a:chExt cx="812800" cy="812800"/>
          </a:xfrm>
        </p:grpSpPr>
        <p:sp>
          <p:nvSpPr>
            <p:cNvPr id="3" name="Freeform 3">
              <a:extLst>
                <a:ext uri="{FF2B5EF4-FFF2-40B4-BE49-F238E27FC236}">
                  <a16:creationId xmlns:a16="http://schemas.microsoft.com/office/drawing/2014/main" id="{02D2ABF5-DAD4-AEF6-96C0-DCB7437613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4" name="TextBox 4">
              <a:extLst>
                <a:ext uri="{FF2B5EF4-FFF2-40B4-BE49-F238E27FC236}">
                  <a16:creationId xmlns:a16="http://schemas.microsoft.com/office/drawing/2014/main" id="{EEBA6D2E-E09E-500B-8AEF-4C657147425C}"/>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grpSp>
        <p:nvGrpSpPr>
          <p:cNvPr id="5" name="Group 5">
            <a:extLst>
              <a:ext uri="{FF2B5EF4-FFF2-40B4-BE49-F238E27FC236}">
                <a16:creationId xmlns:a16="http://schemas.microsoft.com/office/drawing/2014/main" id="{B73990EF-31DE-235E-415A-332A8932B808}"/>
              </a:ext>
            </a:extLst>
          </p:cNvPr>
          <p:cNvGrpSpPr/>
          <p:nvPr userDrawn="1"/>
        </p:nvGrpSpPr>
        <p:grpSpPr>
          <a:xfrm>
            <a:off x="10379651" y="3446369"/>
            <a:ext cx="4385452" cy="4385453"/>
            <a:chOff x="0" y="0"/>
            <a:chExt cx="812800" cy="812800"/>
          </a:xfrm>
        </p:grpSpPr>
        <p:sp>
          <p:nvSpPr>
            <p:cNvPr id="6" name="Freeform 6">
              <a:extLst>
                <a:ext uri="{FF2B5EF4-FFF2-40B4-BE49-F238E27FC236}">
                  <a16:creationId xmlns:a16="http://schemas.microsoft.com/office/drawing/2014/main" id="{F375DCA2-E5AD-68E0-19EA-F788EFA2E0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7" name="TextBox 7">
              <a:extLst>
                <a:ext uri="{FF2B5EF4-FFF2-40B4-BE49-F238E27FC236}">
                  <a16:creationId xmlns:a16="http://schemas.microsoft.com/office/drawing/2014/main" id="{160C3EBD-9DC5-4CBF-C536-EC530F3D429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9" name="Freeform 9">
            <a:extLst>
              <a:ext uri="{FF2B5EF4-FFF2-40B4-BE49-F238E27FC236}">
                <a16:creationId xmlns:a16="http://schemas.microsoft.com/office/drawing/2014/main" id="{A8D85B74-D494-5644-8B4D-39985D0DC3D1}"/>
              </a:ext>
            </a:extLst>
          </p:cNvPr>
          <p:cNvSpPr/>
          <p:nvPr/>
        </p:nvSpPr>
        <p:spPr>
          <a:xfrm>
            <a:off x="347886" y="531920"/>
            <a:ext cx="11495879" cy="5828897"/>
          </a:xfrm>
          <a:custGeom>
            <a:avLst/>
            <a:gdLst/>
            <a:ahLst/>
            <a:cxnLst/>
            <a:rect l="l" t="t" r="r" b="b"/>
            <a:pathLst>
              <a:path w="4274726" h="2167467">
                <a:moveTo>
                  <a:pt x="19080" y="0"/>
                </a:moveTo>
                <a:lnTo>
                  <a:pt x="4255646" y="0"/>
                </a:lnTo>
                <a:cubicBezTo>
                  <a:pt x="4266183" y="0"/>
                  <a:pt x="4274726" y="8542"/>
                  <a:pt x="4274726" y="19080"/>
                </a:cubicBezTo>
                <a:lnTo>
                  <a:pt x="4274726" y="2148387"/>
                </a:lnTo>
                <a:cubicBezTo>
                  <a:pt x="4274726" y="2158924"/>
                  <a:pt x="4266183" y="2167467"/>
                  <a:pt x="4255646" y="2167467"/>
                </a:cubicBezTo>
                <a:lnTo>
                  <a:pt x="19080" y="2167467"/>
                </a:lnTo>
                <a:cubicBezTo>
                  <a:pt x="8542" y="2167467"/>
                  <a:pt x="0" y="2158924"/>
                  <a:pt x="0" y="2148387"/>
                </a:cubicBezTo>
                <a:lnTo>
                  <a:pt x="0" y="19080"/>
                </a:lnTo>
                <a:cubicBezTo>
                  <a:pt x="0" y="8542"/>
                  <a:pt x="8542" y="0"/>
                  <a:pt x="19080" y="0"/>
                </a:cubicBezTo>
                <a:close/>
              </a:path>
            </a:pathLst>
          </a:custGeom>
          <a:solidFill>
            <a:schemeClr val="bg1"/>
          </a:solidFill>
        </p:spPr>
        <p:txBody>
          <a:bodyPr/>
          <a:lstStyle/>
          <a:p>
            <a:endParaRPr lang="it-IT"/>
          </a:p>
        </p:txBody>
      </p:sp>
      <p:sp>
        <p:nvSpPr>
          <p:cNvPr id="10" name="TextBox 10">
            <a:extLst>
              <a:ext uri="{FF2B5EF4-FFF2-40B4-BE49-F238E27FC236}">
                <a16:creationId xmlns:a16="http://schemas.microsoft.com/office/drawing/2014/main" id="{3EFB2B42-74BF-74C3-4078-525EDEEF03F0}"/>
              </a:ext>
            </a:extLst>
          </p:cNvPr>
          <p:cNvSpPr txBox="1"/>
          <p:nvPr/>
        </p:nvSpPr>
        <p:spPr>
          <a:xfrm>
            <a:off x="347886" y="429459"/>
            <a:ext cx="11495879" cy="5931358"/>
          </a:xfrm>
          <a:prstGeom prst="rect">
            <a:avLst/>
          </a:prstGeom>
        </p:spPr>
        <p:txBody>
          <a:bodyPr lIns="50800" tIns="50800" rIns="50800" bIns="50800" rtlCol="0" anchor="ctr"/>
          <a:lstStyle/>
          <a:p>
            <a:pPr algn="ctr">
              <a:lnSpc>
                <a:spcPts val="2659"/>
              </a:lnSpc>
              <a:spcBef>
                <a:spcPct val="0"/>
              </a:spcBef>
            </a:pPr>
            <a:endParaRPr/>
          </a:p>
        </p:txBody>
      </p:sp>
      <p:grpSp>
        <p:nvGrpSpPr>
          <p:cNvPr id="13" name="Group 13">
            <a:extLst>
              <a:ext uri="{FF2B5EF4-FFF2-40B4-BE49-F238E27FC236}">
                <a16:creationId xmlns:a16="http://schemas.microsoft.com/office/drawing/2014/main" id="{EE67CC94-F960-19A2-108D-E57621735367}"/>
              </a:ext>
            </a:extLst>
          </p:cNvPr>
          <p:cNvGrpSpPr/>
          <p:nvPr userDrawn="1"/>
        </p:nvGrpSpPr>
        <p:grpSpPr>
          <a:xfrm>
            <a:off x="-1305128" y="4060290"/>
            <a:ext cx="4385452" cy="4385453"/>
            <a:chOff x="0" y="0"/>
            <a:chExt cx="812800" cy="812800"/>
          </a:xfrm>
        </p:grpSpPr>
        <p:sp>
          <p:nvSpPr>
            <p:cNvPr id="14" name="Freeform 14">
              <a:extLst>
                <a:ext uri="{FF2B5EF4-FFF2-40B4-BE49-F238E27FC236}">
                  <a16:creationId xmlns:a16="http://schemas.microsoft.com/office/drawing/2014/main" id="{F293B56B-27F2-99F8-DF77-B700CABF32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5" name="TextBox 15">
              <a:extLst>
                <a:ext uri="{FF2B5EF4-FFF2-40B4-BE49-F238E27FC236}">
                  <a16:creationId xmlns:a16="http://schemas.microsoft.com/office/drawing/2014/main" id="{F5EA6F54-FAC1-85C0-0F3A-C9B211DA6335}"/>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18" name="TextBox 18">
            <a:extLst>
              <a:ext uri="{FF2B5EF4-FFF2-40B4-BE49-F238E27FC236}">
                <a16:creationId xmlns:a16="http://schemas.microsoft.com/office/drawing/2014/main" id="{13E38D8B-4950-DE2A-5A98-DC1CF9AB5AE9}"/>
              </a:ext>
            </a:extLst>
          </p:cNvPr>
          <p:cNvSpPr txBox="1"/>
          <p:nvPr/>
        </p:nvSpPr>
        <p:spPr>
          <a:xfrm>
            <a:off x="849451" y="753370"/>
            <a:ext cx="1255550" cy="1364203"/>
          </a:xfrm>
          <a:prstGeom prst="rect">
            <a:avLst/>
          </a:prstGeom>
        </p:spPr>
        <p:txBody>
          <a:bodyPr lIns="50800" tIns="50800" rIns="50800" bIns="50800" rtlCol="0" anchor="ctr"/>
          <a:lstStyle/>
          <a:p>
            <a:pPr algn="ctr">
              <a:lnSpc>
                <a:spcPts val="3080"/>
              </a:lnSpc>
            </a:pPr>
            <a:endParaRPr/>
          </a:p>
        </p:txBody>
      </p:sp>
      <p:sp>
        <p:nvSpPr>
          <p:cNvPr id="20" name="AutoShape 20">
            <a:extLst>
              <a:ext uri="{FF2B5EF4-FFF2-40B4-BE49-F238E27FC236}">
                <a16:creationId xmlns:a16="http://schemas.microsoft.com/office/drawing/2014/main" id="{ECFD4BE5-7E35-1D65-3A31-C1BB4F1B9507}"/>
              </a:ext>
            </a:extLst>
          </p:cNvPr>
          <p:cNvSpPr/>
          <p:nvPr userDrawn="1"/>
        </p:nvSpPr>
        <p:spPr>
          <a:xfrm flipH="1" flipV="1">
            <a:off x="1456292" y="1591789"/>
            <a:ext cx="3563180" cy="5828896"/>
          </a:xfrm>
          <a:prstGeom prst="line">
            <a:avLst/>
          </a:prstGeom>
          <a:ln w="142875" cap="flat">
            <a:solidFill>
              <a:schemeClr val="accent6"/>
            </a:solidFill>
            <a:prstDash val="solid"/>
            <a:headEnd type="none" w="sm" len="sm"/>
            <a:tailEnd type="none" w="sm" len="sm"/>
          </a:ln>
        </p:spPr>
        <p:txBody>
          <a:bodyPr/>
          <a:lstStyle/>
          <a:p>
            <a:endParaRPr lang="it-IT"/>
          </a:p>
        </p:txBody>
      </p:sp>
      <p:sp>
        <p:nvSpPr>
          <p:cNvPr id="22" name="Title 21">
            <a:extLst>
              <a:ext uri="{FF2B5EF4-FFF2-40B4-BE49-F238E27FC236}">
                <a16:creationId xmlns:a16="http://schemas.microsoft.com/office/drawing/2014/main" id="{BA6AB66B-FC32-51D3-C305-FEA473A4CAFD}"/>
              </a:ext>
            </a:extLst>
          </p:cNvPr>
          <p:cNvSpPr>
            <a:spLocks noGrp="1"/>
          </p:cNvSpPr>
          <p:nvPr>
            <p:ph type="title" hasCustomPrompt="1"/>
          </p:nvPr>
        </p:nvSpPr>
        <p:spPr>
          <a:xfrm>
            <a:off x="3599143" y="1875363"/>
            <a:ext cx="7804852" cy="1545987"/>
          </a:xfrm>
        </p:spPr>
        <p:txBody>
          <a:bodyPr anchor="t">
            <a:noAutofit/>
          </a:bodyPr>
          <a:lstStyle>
            <a:lvl1pPr algn="r">
              <a:defRPr sz="6000" b="1">
                <a:solidFill>
                  <a:srgbClr val="0D145C"/>
                </a:solidFill>
                <a:latin typeface="Poppins" pitchFamily="2" charset="77"/>
                <a:cs typeface="Poppins" pitchFamily="2" charset="77"/>
              </a:defRPr>
            </a:lvl1pPr>
          </a:lstStyle>
          <a:p>
            <a:r>
              <a:rPr lang="en-GB"/>
              <a:t>CLICK TO EDIT MASTER TITLE STYLE</a:t>
            </a:r>
            <a:endParaRPr lang="it-IT"/>
          </a:p>
        </p:txBody>
      </p:sp>
      <p:sp>
        <p:nvSpPr>
          <p:cNvPr id="23" name="Text Placeholder 24">
            <a:extLst>
              <a:ext uri="{FF2B5EF4-FFF2-40B4-BE49-F238E27FC236}">
                <a16:creationId xmlns:a16="http://schemas.microsoft.com/office/drawing/2014/main" id="{4A803709-2C3E-9FC9-5EBF-5794E337AC61}"/>
              </a:ext>
            </a:extLst>
          </p:cNvPr>
          <p:cNvSpPr>
            <a:spLocks noGrp="1"/>
          </p:cNvSpPr>
          <p:nvPr>
            <p:ph type="body" sz="quarter" idx="10" hasCustomPrompt="1"/>
          </p:nvPr>
        </p:nvSpPr>
        <p:spPr>
          <a:xfrm>
            <a:off x="4740451" y="3549153"/>
            <a:ext cx="6654775" cy="528638"/>
          </a:xfrm>
        </p:spPr>
        <p:txBody>
          <a:bodyPr/>
          <a:lstStyle>
            <a:lvl1pPr marL="0" indent="0" algn="r">
              <a:buNone/>
              <a:defRPr>
                <a:solidFill>
                  <a:srgbClr val="0D145C"/>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17" name="Freeform 17">
            <a:extLst>
              <a:ext uri="{FF2B5EF4-FFF2-40B4-BE49-F238E27FC236}">
                <a16:creationId xmlns:a16="http://schemas.microsoft.com/office/drawing/2014/main" id="{8CEB8750-87B7-01B1-3299-2BB57023F4AC}"/>
              </a:ext>
            </a:extLst>
          </p:cNvPr>
          <p:cNvSpPr/>
          <p:nvPr/>
        </p:nvSpPr>
        <p:spPr>
          <a:xfrm>
            <a:off x="704580" y="717152"/>
            <a:ext cx="1545292" cy="154529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solidFill>
        </p:spPr>
        <p:txBody>
          <a:bodyPr/>
          <a:lstStyle/>
          <a:p>
            <a:endParaRPr lang="it-IT"/>
          </a:p>
        </p:txBody>
      </p:sp>
      <p:sp>
        <p:nvSpPr>
          <p:cNvPr id="26" name="Text Placeholder 25">
            <a:extLst>
              <a:ext uri="{FF2B5EF4-FFF2-40B4-BE49-F238E27FC236}">
                <a16:creationId xmlns:a16="http://schemas.microsoft.com/office/drawing/2014/main" id="{3CC916C6-B9FA-389E-184F-AA9E4CAB16C3}"/>
              </a:ext>
            </a:extLst>
          </p:cNvPr>
          <p:cNvSpPr>
            <a:spLocks noGrp="1"/>
          </p:cNvSpPr>
          <p:nvPr>
            <p:ph type="body" sz="quarter" idx="11" hasCustomPrompt="1"/>
          </p:nvPr>
        </p:nvSpPr>
        <p:spPr>
          <a:xfrm>
            <a:off x="869857" y="947667"/>
            <a:ext cx="1195388" cy="1084262"/>
          </a:xfrm>
        </p:spPr>
        <p:txBody>
          <a:bodyPr anchor="ctr">
            <a:normAutofit/>
          </a:bodyPr>
          <a:lstStyle>
            <a:lvl1pPr marL="0" indent="0" algn="ctr">
              <a:buNone/>
              <a:defRPr sz="5400">
                <a:solidFill>
                  <a:schemeClr val="bg1"/>
                </a:solidFill>
                <a:latin typeface="Poppins" pitchFamily="2" charset="77"/>
                <a:cs typeface="Poppins" pitchFamily="2" charset="77"/>
              </a:defRPr>
            </a:lvl1pPr>
          </a:lstStyle>
          <a:p>
            <a:pPr lvl="0"/>
            <a:r>
              <a:rPr lang="en-GB"/>
              <a:t>0.0</a:t>
            </a:r>
            <a:endParaRPr lang="it-IT"/>
          </a:p>
        </p:txBody>
      </p:sp>
      <p:sp>
        <p:nvSpPr>
          <p:cNvPr id="11" name="Freeform 2">
            <a:extLst>
              <a:ext uri="{FF2B5EF4-FFF2-40B4-BE49-F238E27FC236}">
                <a16:creationId xmlns:a16="http://schemas.microsoft.com/office/drawing/2014/main" id="{F799F0B8-359A-6CFB-C97E-004E3135CFF7}"/>
              </a:ext>
            </a:extLst>
          </p:cNvPr>
          <p:cNvSpPr/>
          <p:nvPr userDrawn="1"/>
        </p:nvSpPr>
        <p:spPr>
          <a:xfrm>
            <a:off x="9618534" y="640780"/>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2" name="Group 11">
            <a:extLst>
              <a:ext uri="{FF2B5EF4-FFF2-40B4-BE49-F238E27FC236}">
                <a16:creationId xmlns:a16="http://schemas.microsoft.com/office/drawing/2014/main" id="{AAC160BD-4FC7-BB94-86F7-6813CC6B2DF8}"/>
              </a:ext>
            </a:extLst>
          </p:cNvPr>
          <p:cNvGrpSpPr/>
          <p:nvPr userDrawn="1"/>
        </p:nvGrpSpPr>
        <p:grpSpPr>
          <a:xfrm>
            <a:off x="4571999" y="5464408"/>
            <a:ext cx="7101826" cy="716282"/>
            <a:chOff x="4891394" y="5958082"/>
            <a:chExt cx="7101826" cy="716282"/>
          </a:xfrm>
        </p:grpSpPr>
        <p:sp>
          <p:nvSpPr>
            <p:cNvPr id="16" name="Freeform 9">
              <a:extLst>
                <a:ext uri="{FF2B5EF4-FFF2-40B4-BE49-F238E27FC236}">
                  <a16:creationId xmlns:a16="http://schemas.microsoft.com/office/drawing/2014/main" id="{38BFB08F-164C-E1C9-1F78-D145DBD5AE0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19" name="Straight Connector 18">
              <a:extLst>
                <a:ext uri="{FF2B5EF4-FFF2-40B4-BE49-F238E27FC236}">
                  <a16:creationId xmlns:a16="http://schemas.microsoft.com/office/drawing/2014/main" id="{4F0CC299-51B0-8586-8D8B-3F162EB725DC}"/>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5D51266-D9E4-352E-A667-FA5499BD9549}"/>
                </a:ext>
              </a:extLst>
            </p:cNvPr>
            <p:cNvSpPr txBox="1"/>
            <p:nvPr userDrawn="1"/>
          </p:nvSpPr>
          <p:spPr>
            <a:xfrm>
              <a:off x="4891394" y="6062308"/>
              <a:ext cx="6288623" cy="507831"/>
            </a:xfrm>
            <a:prstGeom prst="rect">
              <a:avLst/>
            </a:prstGeom>
            <a:noFill/>
          </p:spPr>
          <p:txBody>
            <a:bodyPr wrap="square" rtlCol="0" anchor="ctr">
              <a:spAutoFit/>
            </a:bodyPr>
            <a:lstStyle/>
            <a:p>
              <a:pPr algn="r"/>
              <a:r>
                <a:rPr lang="en-GB" sz="900">
                  <a:solidFill>
                    <a:srgbClr val="0E145D"/>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13629407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Title Slide_Blue Backgroun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8B8DAF9-37B6-5AB1-E831-FA4B13996D1F}"/>
              </a:ext>
            </a:extLst>
          </p:cNvPr>
          <p:cNvGrpSpPr/>
          <p:nvPr userDrawn="1"/>
        </p:nvGrpSpPr>
        <p:grpSpPr>
          <a:xfrm>
            <a:off x="6163283" y="-1347060"/>
            <a:ext cx="2998920" cy="2998920"/>
            <a:chOff x="0" y="0"/>
            <a:chExt cx="812800" cy="812800"/>
          </a:xfrm>
        </p:grpSpPr>
        <p:sp>
          <p:nvSpPr>
            <p:cNvPr id="3" name="Freeform 3">
              <a:extLst>
                <a:ext uri="{FF2B5EF4-FFF2-40B4-BE49-F238E27FC236}">
                  <a16:creationId xmlns:a16="http://schemas.microsoft.com/office/drawing/2014/main" id="{02D2ABF5-DAD4-AEF6-96C0-DCB7437613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4" name="TextBox 4">
              <a:extLst>
                <a:ext uri="{FF2B5EF4-FFF2-40B4-BE49-F238E27FC236}">
                  <a16:creationId xmlns:a16="http://schemas.microsoft.com/office/drawing/2014/main" id="{EEBA6D2E-E09E-500B-8AEF-4C657147425C}"/>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grpSp>
        <p:nvGrpSpPr>
          <p:cNvPr id="5" name="Group 5">
            <a:extLst>
              <a:ext uri="{FF2B5EF4-FFF2-40B4-BE49-F238E27FC236}">
                <a16:creationId xmlns:a16="http://schemas.microsoft.com/office/drawing/2014/main" id="{B73990EF-31DE-235E-415A-332A8932B808}"/>
              </a:ext>
            </a:extLst>
          </p:cNvPr>
          <p:cNvGrpSpPr/>
          <p:nvPr userDrawn="1"/>
        </p:nvGrpSpPr>
        <p:grpSpPr>
          <a:xfrm>
            <a:off x="10379651" y="3446369"/>
            <a:ext cx="4385452" cy="4385453"/>
            <a:chOff x="0" y="0"/>
            <a:chExt cx="812800" cy="812800"/>
          </a:xfrm>
        </p:grpSpPr>
        <p:sp>
          <p:nvSpPr>
            <p:cNvPr id="6" name="Freeform 6">
              <a:extLst>
                <a:ext uri="{FF2B5EF4-FFF2-40B4-BE49-F238E27FC236}">
                  <a16:creationId xmlns:a16="http://schemas.microsoft.com/office/drawing/2014/main" id="{F375DCA2-E5AD-68E0-19EA-F788EFA2E0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7" name="TextBox 7">
              <a:extLst>
                <a:ext uri="{FF2B5EF4-FFF2-40B4-BE49-F238E27FC236}">
                  <a16:creationId xmlns:a16="http://schemas.microsoft.com/office/drawing/2014/main" id="{160C3EBD-9DC5-4CBF-C536-EC530F3D429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grpSp>
        <p:nvGrpSpPr>
          <p:cNvPr id="8" name="Group 8">
            <a:extLst>
              <a:ext uri="{FF2B5EF4-FFF2-40B4-BE49-F238E27FC236}">
                <a16:creationId xmlns:a16="http://schemas.microsoft.com/office/drawing/2014/main" id="{A1B9EF28-F1BA-E762-3982-A4C5F5ED3092}"/>
              </a:ext>
            </a:extLst>
          </p:cNvPr>
          <p:cNvGrpSpPr/>
          <p:nvPr userDrawn="1"/>
        </p:nvGrpSpPr>
        <p:grpSpPr>
          <a:xfrm>
            <a:off x="347886" y="429459"/>
            <a:ext cx="11495879" cy="5931358"/>
            <a:chOff x="0" y="-38100"/>
            <a:chExt cx="4274726" cy="2205567"/>
          </a:xfrm>
        </p:grpSpPr>
        <p:sp>
          <p:nvSpPr>
            <p:cNvPr id="9" name="Freeform 9">
              <a:extLst>
                <a:ext uri="{FF2B5EF4-FFF2-40B4-BE49-F238E27FC236}">
                  <a16:creationId xmlns:a16="http://schemas.microsoft.com/office/drawing/2014/main" id="{A8D85B74-D494-5644-8B4D-39985D0DC3D1}"/>
                </a:ext>
              </a:extLst>
            </p:cNvPr>
            <p:cNvSpPr/>
            <p:nvPr/>
          </p:nvSpPr>
          <p:spPr>
            <a:xfrm>
              <a:off x="0" y="0"/>
              <a:ext cx="4274726" cy="2167467"/>
            </a:xfrm>
            <a:custGeom>
              <a:avLst/>
              <a:gdLst/>
              <a:ahLst/>
              <a:cxnLst/>
              <a:rect l="l" t="t" r="r" b="b"/>
              <a:pathLst>
                <a:path w="4274726" h="2167467">
                  <a:moveTo>
                    <a:pt x="19080" y="0"/>
                  </a:moveTo>
                  <a:lnTo>
                    <a:pt x="4255646" y="0"/>
                  </a:lnTo>
                  <a:cubicBezTo>
                    <a:pt x="4266183" y="0"/>
                    <a:pt x="4274726" y="8542"/>
                    <a:pt x="4274726" y="19080"/>
                  </a:cubicBezTo>
                  <a:lnTo>
                    <a:pt x="4274726" y="2148387"/>
                  </a:lnTo>
                  <a:cubicBezTo>
                    <a:pt x="4274726" y="2158924"/>
                    <a:pt x="4266183" y="2167467"/>
                    <a:pt x="4255646" y="2167467"/>
                  </a:cubicBezTo>
                  <a:lnTo>
                    <a:pt x="19080" y="2167467"/>
                  </a:lnTo>
                  <a:cubicBezTo>
                    <a:pt x="8542" y="2167467"/>
                    <a:pt x="0" y="2158924"/>
                    <a:pt x="0" y="2148387"/>
                  </a:cubicBezTo>
                  <a:lnTo>
                    <a:pt x="0" y="19080"/>
                  </a:lnTo>
                  <a:cubicBezTo>
                    <a:pt x="0" y="8542"/>
                    <a:pt x="8542" y="0"/>
                    <a:pt x="19080" y="0"/>
                  </a:cubicBezTo>
                  <a:close/>
                </a:path>
              </a:pathLst>
            </a:custGeom>
            <a:solidFill>
              <a:srgbClr val="0E145D"/>
            </a:solidFill>
          </p:spPr>
          <p:txBody>
            <a:bodyPr/>
            <a:lstStyle/>
            <a:p>
              <a:endParaRPr lang="it-IT"/>
            </a:p>
          </p:txBody>
        </p:sp>
        <p:sp>
          <p:nvSpPr>
            <p:cNvPr id="10" name="TextBox 10">
              <a:extLst>
                <a:ext uri="{FF2B5EF4-FFF2-40B4-BE49-F238E27FC236}">
                  <a16:creationId xmlns:a16="http://schemas.microsoft.com/office/drawing/2014/main" id="{3EFB2B42-74BF-74C3-4078-525EDEEF03F0}"/>
                </a:ext>
              </a:extLst>
            </p:cNvPr>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a:extLst>
              <a:ext uri="{FF2B5EF4-FFF2-40B4-BE49-F238E27FC236}">
                <a16:creationId xmlns:a16="http://schemas.microsoft.com/office/drawing/2014/main" id="{EE67CC94-F960-19A2-108D-E57621735367}"/>
              </a:ext>
            </a:extLst>
          </p:cNvPr>
          <p:cNvGrpSpPr/>
          <p:nvPr userDrawn="1"/>
        </p:nvGrpSpPr>
        <p:grpSpPr>
          <a:xfrm>
            <a:off x="-1305128" y="4060290"/>
            <a:ext cx="4385452" cy="4385453"/>
            <a:chOff x="0" y="0"/>
            <a:chExt cx="812800" cy="812800"/>
          </a:xfrm>
        </p:grpSpPr>
        <p:sp>
          <p:nvSpPr>
            <p:cNvPr id="14" name="Freeform 14">
              <a:extLst>
                <a:ext uri="{FF2B5EF4-FFF2-40B4-BE49-F238E27FC236}">
                  <a16:creationId xmlns:a16="http://schemas.microsoft.com/office/drawing/2014/main" id="{F293B56B-27F2-99F8-DF77-B700CABF32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5" name="TextBox 15">
              <a:extLst>
                <a:ext uri="{FF2B5EF4-FFF2-40B4-BE49-F238E27FC236}">
                  <a16:creationId xmlns:a16="http://schemas.microsoft.com/office/drawing/2014/main" id="{F5EA6F54-FAC1-85C0-0F3A-C9B211DA6335}"/>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18" name="TextBox 18">
            <a:extLst>
              <a:ext uri="{FF2B5EF4-FFF2-40B4-BE49-F238E27FC236}">
                <a16:creationId xmlns:a16="http://schemas.microsoft.com/office/drawing/2014/main" id="{13E38D8B-4950-DE2A-5A98-DC1CF9AB5AE9}"/>
              </a:ext>
            </a:extLst>
          </p:cNvPr>
          <p:cNvSpPr txBox="1"/>
          <p:nvPr/>
        </p:nvSpPr>
        <p:spPr>
          <a:xfrm>
            <a:off x="849451" y="753370"/>
            <a:ext cx="1255550" cy="1364203"/>
          </a:xfrm>
          <a:prstGeom prst="rect">
            <a:avLst/>
          </a:prstGeom>
        </p:spPr>
        <p:txBody>
          <a:bodyPr lIns="50800" tIns="50800" rIns="50800" bIns="50800" rtlCol="0" anchor="ctr"/>
          <a:lstStyle/>
          <a:p>
            <a:pPr algn="ctr">
              <a:lnSpc>
                <a:spcPts val="3080"/>
              </a:lnSpc>
            </a:pPr>
            <a:endParaRPr/>
          </a:p>
        </p:txBody>
      </p:sp>
      <p:sp>
        <p:nvSpPr>
          <p:cNvPr id="22" name="Title 21">
            <a:extLst>
              <a:ext uri="{FF2B5EF4-FFF2-40B4-BE49-F238E27FC236}">
                <a16:creationId xmlns:a16="http://schemas.microsoft.com/office/drawing/2014/main" id="{BA6AB66B-FC32-51D3-C305-FEA473A4CAFD}"/>
              </a:ext>
            </a:extLst>
          </p:cNvPr>
          <p:cNvSpPr>
            <a:spLocks noGrp="1"/>
          </p:cNvSpPr>
          <p:nvPr>
            <p:ph type="title" hasCustomPrompt="1"/>
          </p:nvPr>
        </p:nvSpPr>
        <p:spPr>
          <a:xfrm>
            <a:off x="3599143" y="1875363"/>
            <a:ext cx="7804852" cy="1545987"/>
          </a:xfrm>
        </p:spPr>
        <p:txBody>
          <a:bodyPr anchor="t">
            <a:noAutofit/>
          </a:bodyPr>
          <a:lstStyle>
            <a:lvl1pPr algn="r">
              <a:defRPr sz="6000" b="1">
                <a:solidFill>
                  <a:schemeClr val="bg1"/>
                </a:solidFill>
                <a:latin typeface="Poppins" pitchFamily="2" charset="77"/>
                <a:cs typeface="Poppins" pitchFamily="2" charset="77"/>
              </a:defRPr>
            </a:lvl1pPr>
          </a:lstStyle>
          <a:p>
            <a:r>
              <a:rPr lang="en-GB"/>
              <a:t>CLICK TO EDIT MASTER TITLE STYLE</a:t>
            </a:r>
            <a:endParaRPr lang="it-IT"/>
          </a:p>
        </p:txBody>
      </p:sp>
      <p:sp>
        <p:nvSpPr>
          <p:cNvPr id="23" name="Text Placeholder 24">
            <a:extLst>
              <a:ext uri="{FF2B5EF4-FFF2-40B4-BE49-F238E27FC236}">
                <a16:creationId xmlns:a16="http://schemas.microsoft.com/office/drawing/2014/main" id="{4A803709-2C3E-9FC9-5EBF-5794E337AC61}"/>
              </a:ext>
            </a:extLst>
          </p:cNvPr>
          <p:cNvSpPr>
            <a:spLocks noGrp="1"/>
          </p:cNvSpPr>
          <p:nvPr>
            <p:ph type="body" sz="quarter" idx="10" hasCustomPrompt="1"/>
          </p:nvPr>
        </p:nvSpPr>
        <p:spPr>
          <a:xfrm>
            <a:off x="4740451" y="3549153"/>
            <a:ext cx="6654775" cy="528638"/>
          </a:xfrm>
        </p:spPr>
        <p:txBody>
          <a:bodyPr/>
          <a:lstStyle>
            <a:lvl1pPr marL="0" indent="0" algn="r">
              <a:buNone/>
              <a:defRPr>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11" name="AutoShape 20">
            <a:extLst>
              <a:ext uri="{FF2B5EF4-FFF2-40B4-BE49-F238E27FC236}">
                <a16:creationId xmlns:a16="http://schemas.microsoft.com/office/drawing/2014/main" id="{73FFAEBC-6EF8-0775-2854-F5F7F7AC58FE}"/>
              </a:ext>
            </a:extLst>
          </p:cNvPr>
          <p:cNvSpPr/>
          <p:nvPr userDrawn="1"/>
        </p:nvSpPr>
        <p:spPr>
          <a:xfrm flipH="1" flipV="1">
            <a:off x="1456292" y="1591789"/>
            <a:ext cx="3563180" cy="5828896"/>
          </a:xfrm>
          <a:prstGeom prst="line">
            <a:avLst/>
          </a:prstGeom>
          <a:ln w="142875" cap="flat">
            <a:solidFill>
              <a:schemeClr val="bg1"/>
            </a:solidFill>
            <a:prstDash val="solid"/>
            <a:headEnd type="none" w="sm" len="sm"/>
            <a:tailEnd type="none" w="sm" len="sm"/>
          </a:ln>
        </p:spPr>
        <p:txBody>
          <a:bodyPr/>
          <a:lstStyle/>
          <a:p>
            <a:endParaRPr lang="it-IT"/>
          </a:p>
        </p:txBody>
      </p:sp>
      <p:sp>
        <p:nvSpPr>
          <p:cNvPr id="17" name="Freeform 17">
            <a:extLst>
              <a:ext uri="{FF2B5EF4-FFF2-40B4-BE49-F238E27FC236}">
                <a16:creationId xmlns:a16="http://schemas.microsoft.com/office/drawing/2014/main" id="{8CEB8750-87B7-01B1-3299-2BB57023F4AC}"/>
              </a:ext>
            </a:extLst>
          </p:cNvPr>
          <p:cNvSpPr/>
          <p:nvPr/>
        </p:nvSpPr>
        <p:spPr>
          <a:xfrm>
            <a:off x="704580" y="717152"/>
            <a:ext cx="1545292" cy="154529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it-IT"/>
          </a:p>
        </p:txBody>
      </p:sp>
      <p:sp>
        <p:nvSpPr>
          <p:cNvPr id="26" name="Text Placeholder 25">
            <a:extLst>
              <a:ext uri="{FF2B5EF4-FFF2-40B4-BE49-F238E27FC236}">
                <a16:creationId xmlns:a16="http://schemas.microsoft.com/office/drawing/2014/main" id="{3CC916C6-B9FA-389E-184F-AA9E4CAB16C3}"/>
              </a:ext>
            </a:extLst>
          </p:cNvPr>
          <p:cNvSpPr>
            <a:spLocks noGrp="1"/>
          </p:cNvSpPr>
          <p:nvPr>
            <p:ph type="body" sz="quarter" idx="11" hasCustomPrompt="1"/>
          </p:nvPr>
        </p:nvSpPr>
        <p:spPr>
          <a:xfrm>
            <a:off x="869857" y="947667"/>
            <a:ext cx="1195388" cy="1084262"/>
          </a:xfrm>
        </p:spPr>
        <p:txBody>
          <a:bodyPr anchor="ctr">
            <a:normAutofit/>
          </a:bodyPr>
          <a:lstStyle>
            <a:lvl1pPr marL="0" indent="0" algn="ctr">
              <a:buNone/>
              <a:defRPr sz="5400">
                <a:latin typeface="Poppins" pitchFamily="2" charset="77"/>
                <a:cs typeface="Poppins" pitchFamily="2" charset="77"/>
              </a:defRPr>
            </a:lvl1pPr>
          </a:lstStyle>
          <a:p>
            <a:pPr lvl="0"/>
            <a:r>
              <a:rPr lang="en-GB"/>
              <a:t>0.0</a:t>
            </a:r>
            <a:endParaRPr lang="it-IT"/>
          </a:p>
        </p:txBody>
      </p:sp>
      <p:grpSp>
        <p:nvGrpSpPr>
          <p:cNvPr id="12" name="Group 11">
            <a:extLst>
              <a:ext uri="{FF2B5EF4-FFF2-40B4-BE49-F238E27FC236}">
                <a16:creationId xmlns:a16="http://schemas.microsoft.com/office/drawing/2014/main" id="{42B177D6-E077-F762-8B91-9D1BF2629EB1}"/>
              </a:ext>
            </a:extLst>
          </p:cNvPr>
          <p:cNvGrpSpPr/>
          <p:nvPr userDrawn="1"/>
        </p:nvGrpSpPr>
        <p:grpSpPr>
          <a:xfrm>
            <a:off x="4571874" y="5465506"/>
            <a:ext cx="7102075" cy="717889"/>
            <a:chOff x="4891146" y="5958082"/>
            <a:chExt cx="7102075" cy="717889"/>
          </a:xfrm>
        </p:grpSpPr>
        <p:pic>
          <p:nvPicPr>
            <p:cNvPr id="16" name="Picture 15" descr="A black and white flag with stars in a circle&#10;&#10;Description automatically generated">
              <a:extLst>
                <a:ext uri="{FF2B5EF4-FFF2-40B4-BE49-F238E27FC236}">
                  <a16:creationId xmlns:a16="http://schemas.microsoft.com/office/drawing/2014/main" id="{AB6A9B14-7651-DA10-0A59-3A06E062B242}"/>
                </a:ext>
              </a:extLst>
            </p:cNvPr>
            <p:cNvPicPr>
              <a:picLocks noChangeAspect="1"/>
            </p:cNvPicPr>
            <p:nvPr userDrawn="1"/>
          </p:nvPicPr>
          <p:blipFill>
            <a:blip r:embed="rId2"/>
            <a:stretch>
              <a:fillRect/>
            </a:stretch>
          </p:blipFill>
          <p:spPr>
            <a:xfrm>
              <a:off x="11313282" y="5958082"/>
              <a:ext cx="679939" cy="717889"/>
            </a:xfrm>
            <a:prstGeom prst="rect">
              <a:avLst/>
            </a:prstGeom>
          </p:spPr>
        </p:pic>
        <p:cxnSp>
          <p:nvCxnSpPr>
            <p:cNvPr id="19" name="Straight Connector 18">
              <a:extLst>
                <a:ext uri="{FF2B5EF4-FFF2-40B4-BE49-F238E27FC236}">
                  <a16:creationId xmlns:a16="http://schemas.microsoft.com/office/drawing/2014/main" id="{051043E3-C966-08CE-0667-59A1099DF21E}"/>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A92E41CE-177C-F327-EE44-5C312D38C90B}"/>
                </a:ext>
              </a:extLst>
            </p:cNvPr>
            <p:cNvSpPr txBox="1"/>
            <p:nvPr userDrawn="1"/>
          </p:nvSpPr>
          <p:spPr>
            <a:xfrm>
              <a:off x="4891146" y="6062308"/>
              <a:ext cx="6288871" cy="507831"/>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pic>
        <p:nvPicPr>
          <p:cNvPr id="35" name="Picture 34" descr="A white text on a black background&#10;&#10;Description automatically generated">
            <a:extLst>
              <a:ext uri="{FF2B5EF4-FFF2-40B4-BE49-F238E27FC236}">
                <a16:creationId xmlns:a16="http://schemas.microsoft.com/office/drawing/2014/main" id="{12175B5B-9A3D-E1C3-67E7-CFCD37C77CE3}"/>
              </a:ext>
            </a:extLst>
          </p:cNvPr>
          <p:cNvPicPr>
            <a:picLocks noChangeAspect="1"/>
          </p:cNvPicPr>
          <p:nvPr userDrawn="1"/>
        </p:nvPicPr>
        <p:blipFill>
          <a:blip r:embed="rId3"/>
          <a:stretch>
            <a:fillRect/>
          </a:stretch>
        </p:blipFill>
        <p:spPr>
          <a:xfrm>
            <a:off x="9618534" y="640780"/>
            <a:ext cx="2007511" cy="492144"/>
          </a:xfrm>
          <a:prstGeom prst="rect">
            <a:avLst/>
          </a:prstGeom>
        </p:spPr>
      </p:pic>
    </p:spTree>
    <p:extLst>
      <p:ext uri="{BB962C8B-B14F-4D97-AF65-F5344CB8AC3E}">
        <p14:creationId xmlns:p14="http://schemas.microsoft.com/office/powerpoint/2010/main" val="9369308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_White Background">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latin typeface="Poppins" pitchFamily="2" charset="77"/>
                <a:cs typeface="Poppins" pitchFamily="2" charset="77"/>
              </a:defRPr>
            </a:lvl1pPr>
          </a:lstStyle>
          <a:p>
            <a:r>
              <a:rPr lang="en-GB"/>
              <a:t>Click to edit text </a:t>
            </a:r>
            <a:endParaRPr lang="it-IT"/>
          </a:p>
        </p:txBody>
      </p:sp>
      <p:sp>
        <p:nvSpPr>
          <p:cNvPr id="12" name="Freeform 2">
            <a:extLst>
              <a:ext uri="{FF2B5EF4-FFF2-40B4-BE49-F238E27FC236}">
                <a16:creationId xmlns:a16="http://schemas.microsoft.com/office/drawing/2014/main" id="{6F62DED2-A54E-3850-78DE-73955A51F7D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sp>
        <p:nvSpPr>
          <p:cNvPr id="38" name="Text Placeholder 24">
            <a:extLst>
              <a:ext uri="{FF2B5EF4-FFF2-40B4-BE49-F238E27FC236}">
                <a16:creationId xmlns:a16="http://schemas.microsoft.com/office/drawing/2014/main" id="{B425ACDF-1D0A-1F8B-11BF-B580E6322330}"/>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9" name="Text Placeholder 24">
            <a:extLst>
              <a:ext uri="{FF2B5EF4-FFF2-40B4-BE49-F238E27FC236}">
                <a16:creationId xmlns:a16="http://schemas.microsoft.com/office/drawing/2014/main" id="{1776ACBD-7EF4-37FB-331C-4287F256DC4E}"/>
              </a:ext>
            </a:extLst>
          </p:cNvPr>
          <p:cNvSpPr>
            <a:spLocks noGrp="1"/>
          </p:cNvSpPr>
          <p:nvPr>
            <p:ph type="body" sz="quarter" idx="11" hasCustomPrompt="1"/>
          </p:nvPr>
        </p:nvSpPr>
        <p:spPr>
          <a:xfrm>
            <a:off x="840638" y="2342230"/>
            <a:ext cx="10383795" cy="3440428"/>
          </a:xfrm>
        </p:spPr>
        <p:txBody>
          <a:bodyPr>
            <a:normAutofit/>
          </a:bodyPr>
          <a:lstStyle>
            <a:lvl1pPr marL="0" indent="0">
              <a:lnSpc>
                <a:spcPct val="100000"/>
              </a:lnSpc>
              <a:buNone/>
              <a:defRPr sz="1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Tree>
    <p:extLst>
      <p:ext uri="{BB962C8B-B14F-4D97-AF65-F5344CB8AC3E}">
        <p14:creationId xmlns:p14="http://schemas.microsoft.com/office/powerpoint/2010/main" val="22405504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_Blue Background">
    <p:bg>
      <p:bgPr>
        <a:solidFill>
          <a:schemeClr val="accent6"/>
        </a:solidFill>
        <a:effectLst/>
      </p:bgPr>
    </p:bg>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solidFill>
                  <a:schemeClr val="bg1"/>
                </a:solidFill>
                <a:latin typeface="Poppins" pitchFamily="2" charset="77"/>
                <a:cs typeface="Poppins" pitchFamily="2" charset="77"/>
              </a:defRPr>
            </a:lvl1pPr>
          </a:lstStyle>
          <a:p>
            <a:r>
              <a:rPr lang="en-GB"/>
              <a:t>Click to edit text </a:t>
            </a:r>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pic>
        <p:nvPicPr>
          <p:cNvPr id="3" name="Picture 2" descr="A white text on a black background&#10;&#10;Description automatically generated">
            <a:extLst>
              <a:ext uri="{FF2B5EF4-FFF2-40B4-BE49-F238E27FC236}">
                <a16:creationId xmlns:a16="http://schemas.microsoft.com/office/drawing/2014/main" id="{BF058ADE-E265-DA5C-81C4-AA90DBC52DBE}"/>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5" name="Group 4">
            <a:extLst>
              <a:ext uri="{FF2B5EF4-FFF2-40B4-BE49-F238E27FC236}">
                <a16:creationId xmlns:a16="http://schemas.microsoft.com/office/drawing/2014/main" id="{24E6983C-2BFD-E046-CA9F-FA23743D1B86}"/>
              </a:ext>
            </a:extLst>
          </p:cNvPr>
          <p:cNvGrpSpPr/>
          <p:nvPr userDrawn="1"/>
        </p:nvGrpSpPr>
        <p:grpSpPr>
          <a:xfrm>
            <a:off x="2555190" y="5958082"/>
            <a:ext cx="9438031" cy="717889"/>
            <a:chOff x="2555190" y="5958082"/>
            <a:chExt cx="9438031" cy="717889"/>
          </a:xfrm>
        </p:grpSpPr>
        <p:pic>
          <p:nvPicPr>
            <p:cNvPr id="6" name="Picture 5" descr="A black and white flag with stars in a circle&#10;&#10;Description automatically generated">
              <a:extLst>
                <a:ext uri="{FF2B5EF4-FFF2-40B4-BE49-F238E27FC236}">
                  <a16:creationId xmlns:a16="http://schemas.microsoft.com/office/drawing/2014/main" id="{E280CE75-337F-989E-D387-3FE443EA2CAD}"/>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7" name="Straight Connector 6">
              <a:extLst>
                <a:ext uri="{FF2B5EF4-FFF2-40B4-BE49-F238E27FC236}">
                  <a16:creationId xmlns:a16="http://schemas.microsoft.com/office/drawing/2014/main" id="{14EE8DFC-E098-34A2-3E02-44FDA3CC2849}"/>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E5E070C-0BCB-3108-119D-0488046F5876}"/>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9" name="Text Placeholder 24">
            <a:extLst>
              <a:ext uri="{FF2B5EF4-FFF2-40B4-BE49-F238E27FC236}">
                <a16:creationId xmlns:a16="http://schemas.microsoft.com/office/drawing/2014/main" id="{472521A6-DF83-19F2-7AAE-E7D9AD9DA922}"/>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21" name="Text Placeholder 24">
            <a:extLst>
              <a:ext uri="{FF2B5EF4-FFF2-40B4-BE49-F238E27FC236}">
                <a16:creationId xmlns:a16="http://schemas.microsoft.com/office/drawing/2014/main" id="{3938E4A4-BFC4-86A0-80C3-4B52A3F6E011}"/>
              </a:ext>
            </a:extLst>
          </p:cNvPr>
          <p:cNvSpPr>
            <a:spLocks noGrp="1"/>
          </p:cNvSpPr>
          <p:nvPr>
            <p:ph type="body" sz="quarter" idx="11" hasCustomPrompt="1"/>
          </p:nvPr>
        </p:nvSpPr>
        <p:spPr>
          <a:xfrm>
            <a:off x="840638" y="2342230"/>
            <a:ext cx="10383795" cy="3440428"/>
          </a:xfrm>
        </p:spPr>
        <p:txBody>
          <a:bodyPr>
            <a:normAutofit/>
          </a:bodyPr>
          <a:lstStyle>
            <a:lvl1pPr marL="0" indent="0">
              <a:lnSpc>
                <a:spcPct val="100000"/>
              </a:lnSpc>
              <a:buNone/>
              <a:defRPr sz="1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Tree>
    <p:extLst>
      <p:ext uri="{BB962C8B-B14F-4D97-AF65-F5344CB8AC3E}">
        <p14:creationId xmlns:p14="http://schemas.microsoft.com/office/powerpoint/2010/main" val="8953435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ntent_White Background">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latin typeface="Poppins" pitchFamily="2" charset="77"/>
                <a:cs typeface="Poppins" pitchFamily="2" charset="77"/>
              </a:defRPr>
            </a:lvl1pPr>
          </a:lstStyle>
          <a:p>
            <a:r>
              <a:rPr lang="en-GB"/>
              <a:t>Click to edit text </a:t>
            </a:r>
            <a:endParaRPr lang="it-IT"/>
          </a:p>
        </p:txBody>
      </p:sp>
      <p:sp>
        <p:nvSpPr>
          <p:cNvPr id="12" name="Freeform 2">
            <a:extLst>
              <a:ext uri="{FF2B5EF4-FFF2-40B4-BE49-F238E27FC236}">
                <a16:creationId xmlns:a16="http://schemas.microsoft.com/office/drawing/2014/main" id="{6F62DED2-A54E-3850-78DE-73955A51F7D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grpSp>
        <p:nvGrpSpPr>
          <p:cNvPr id="20" name="Group 19">
            <a:extLst>
              <a:ext uri="{FF2B5EF4-FFF2-40B4-BE49-F238E27FC236}">
                <a16:creationId xmlns:a16="http://schemas.microsoft.com/office/drawing/2014/main" id="{9796B611-F0DF-664F-65C5-1313479DD06B}"/>
              </a:ext>
            </a:extLst>
          </p:cNvPr>
          <p:cNvGrpSpPr/>
          <p:nvPr userDrawn="1"/>
        </p:nvGrpSpPr>
        <p:grpSpPr>
          <a:xfrm>
            <a:off x="2555190" y="5958082"/>
            <a:ext cx="9438030" cy="716282"/>
            <a:chOff x="2555190" y="5958082"/>
            <a:chExt cx="9438030" cy="716282"/>
          </a:xfrm>
        </p:grpSpPr>
        <p:sp>
          <p:nvSpPr>
            <p:cNvPr id="33" name="Freeform 9">
              <a:extLst>
                <a:ext uri="{FF2B5EF4-FFF2-40B4-BE49-F238E27FC236}">
                  <a16:creationId xmlns:a16="http://schemas.microsoft.com/office/drawing/2014/main" id="{949527C9-872C-55C2-B4A2-681ECD0F27F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4" name="Straight Connector 33">
              <a:extLst>
                <a:ext uri="{FF2B5EF4-FFF2-40B4-BE49-F238E27FC236}">
                  <a16:creationId xmlns:a16="http://schemas.microsoft.com/office/drawing/2014/main" id="{8BC94B08-695E-632C-4990-3D1B3FA87656}"/>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B5EC3BA-A3F6-20A8-586B-AB959AECA4D9}"/>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38" name="Text Placeholder 24">
            <a:extLst>
              <a:ext uri="{FF2B5EF4-FFF2-40B4-BE49-F238E27FC236}">
                <a16:creationId xmlns:a16="http://schemas.microsoft.com/office/drawing/2014/main" id="{B425ACDF-1D0A-1F8B-11BF-B580E6322330}"/>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9" name="Text Placeholder 24">
            <a:extLst>
              <a:ext uri="{FF2B5EF4-FFF2-40B4-BE49-F238E27FC236}">
                <a16:creationId xmlns:a16="http://schemas.microsoft.com/office/drawing/2014/main" id="{1776ACBD-7EF4-37FB-331C-4287F256DC4E}"/>
              </a:ext>
            </a:extLst>
          </p:cNvPr>
          <p:cNvSpPr>
            <a:spLocks noGrp="1"/>
          </p:cNvSpPr>
          <p:nvPr>
            <p:ph type="body" sz="quarter" idx="11" hasCustomPrompt="1"/>
          </p:nvPr>
        </p:nvSpPr>
        <p:spPr>
          <a:xfrm>
            <a:off x="840639" y="2342230"/>
            <a:ext cx="5255362" cy="3440428"/>
          </a:xfrm>
        </p:spPr>
        <p:txBody>
          <a:bodyPr>
            <a:normAutofit/>
          </a:bodyPr>
          <a:lstStyle>
            <a:lvl1pPr marL="0" indent="0">
              <a:lnSpc>
                <a:spcPct val="100000"/>
              </a:lnSpc>
              <a:buNone/>
              <a:defRPr sz="1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 name="Table Placeholder 2">
            <a:extLst>
              <a:ext uri="{FF2B5EF4-FFF2-40B4-BE49-F238E27FC236}">
                <a16:creationId xmlns:a16="http://schemas.microsoft.com/office/drawing/2014/main" id="{B4FA0D61-F9A8-F207-2481-C3B757C7CDA3}"/>
              </a:ext>
            </a:extLst>
          </p:cNvPr>
          <p:cNvSpPr>
            <a:spLocks noGrp="1"/>
          </p:cNvSpPr>
          <p:nvPr>
            <p:ph type="tbl" sz="quarter" idx="12" hasCustomPrompt="1"/>
          </p:nvPr>
        </p:nvSpPr>
        <p:spPr>
          <a:xfrm>
            <a:off x="6324600" y="2341563"/>
            <a:ext cx="4987925" cy="3441700"/>
          </a:xfrm>
        </p:spPr>
        <p:txBody>
          <a:bodyPr/>
          <a:lstStyle/>
          <a:p>
            <a:r>
              <a:rPr lang="it-IT"/>
              <a:t>Click the </a:t>
            </a:r>
            <a:r>
              <a:rPr lang="it-IT" err="1"/>
              <a:t>icon</a:t>
            </a:r>
            <a:r>
              <a:rPr lang="it-IT"/>
              <a:t> to </a:t>
            </a:r>
            <a:r>
              <a:rPr lang="it-IT" err="1"/>
              <a:t>add</a:t>
            </a:r>
            <a:r>
              <a:rPr lang="it-IT"/>
              <a:t> a </a:t>
            </a:r>
            <a:r>
              <a:rPr lang="it-IT" err="1"/>
              <a:t>table</a:t>
            </a:r>
            <a:endParaRPr lang="it-IT"/>
          </a:p>
        </p:txBody>
      </p:sp>
    </p:spTree>
    <p:extLst>
      <p:ext uri="{BB962C8B-B14F-4D97-AF65-F5344CB8AC3E}">
        <p14:creationId xmlns:p14="http://schemas.microsoft.com/office/powerpoint/2010/main" val="7144968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ntent_Blue Background">
    <p:bg>
      <p:bgPr>
        <a:solidFill>
          <a:schemeClr val="accent6"/>
        </a:solidFill>
        <a:effectLst/>
      </p:bgPr>
    </p:bg>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solidFill>
                  <a:schemeClr val="bg1"/>
                </a:solidFill>
                <a:latin typeface="Poppins" pitchFamily="2" charset="77"/>
                <a:cs typeface="Poppins" pitchFamily="2" charset="77"/>
              </a:defRPr>
            </a:lvl1pPr>
          </a:lstStyle>
          <a:p>
            <a:r>
              <a:rPr lang="en-GB"/>
              <a:t>Click to edit text </a:t>
            </a:r>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pic>
        <p:nvPicPr>
          <p:cNvPr id="3" name="Picture 2" descr="A white text on a black background&#10;&#10;Description automatically generated">
            <a:extLst>
              <a:ext uri="{FF2B5EF4-FFF2-40B4-BE49-F238E27FC236}">
                <a16:creationId xmlns:a16="http://schemas.microsoft.com/office/drawing/2014/main" id="{BF058ADE-E265-DA5C-81C4-AA90DBC52DBE}"/>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5" name="Group 4">
            <a:extLst>
              <a:ext uri="{FF2B5EF4-FFF2-40B4-BE49-F238E27FC236}">
                <a16:creationId xmlns:a16="http://schemas.microsoft.com/office/drawing/2014/main" id="{24E6983C-2BFD-E046-CA9F-FA23743D1B86}"/>
              </a:ext>
            </a:extLst>
          </p:cNvPr>
          <p:cNvGrpSpPr/>
          <p:nvPr userDrawn="1"/>
        </p:nvGrpSpPr>
        <p:grpSpPr>
          <a:xfrm>
            <a:off x="2555190" y="5958082"/>
            <a:ext cx="9438031" cy="717889"/>
            <a:chOff x="2555190" y="5958082"/>
            <a:chExt cx="9438031" cy="717889"/>
          </a:xfrm>
        </p:grpSpPr>
        <p:pic>
          <p:nvPicPr>
            <p:cNvPr id="6" name="Picture 5" descr="A black and white flag with stars in a circle&#10;&#10;Description automatically generated">
              <a:extLst>
                <a:ext uri="{FF2B5EF4-FFF2-40B4-BE49-F238E27FC236}">
                  <a16:creationId xmlns:a16="http://schemas.microsoft.com/office/drawing/2014/main" id="{E280CE75-337F-989E-D387-3FE443EA2CAD}"/>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7" name="Straight Connector 6">
              <a:extLst>
                <a:ext uri="{FF2B5EF4-FFF2-40B4-BE49-F238E27FC236}">
                  <a16:creationId xmlns:a16="http://schemas.microsoft.com/office/drawing/2014/main" id="{14EE8DFC-E098-34A2-3E02-44FDA3CC2849}"/>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E5E070C-0BCB-3108-119D-0488046F5876}"/>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9" name="Text Placeholder 24">
            <a:extLst>
              <a:ext uri="{FF2B5EF4-FFF2-40B4-BE49-F238E27FC236}">
                <a16:creationId xmlns:a16="http://schemas.microsoft.com/office/drawing/2014/main" id="{472521A6-DF83-19F2-7AAE-E7D9AD9DA922}"/>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21" name="Text Placeholder 24">
            <a:extLst>
              <a:ext uri="{FF2B5EF4-FFF2-40B4-BE49-F238E27FC236}">
                <a16:creationId xmlns:a16="http://schemas.microsoft.com/office/drawing/2014/main" id="{3938E4A4-BFC4-86A0-80C3-4B52A3F6E011}"/>
              </a:ext>
            </a:extLst>
          </p:cNvPr>
          <p:cNvSpPr>
            <a:spLocks noGrp="1"/>
          </p:cNvSpPr>
          <p:nvPr>
            <p:ph type="body" sz="quarter" idx="11" hasCustomPrompt="1"/>
          </p:nvPr>
        </p:nvSpPr>
        <p:spPr>
          <a:xfrm>
            <a:off x="840639" y="2342230"/>
            <a:ext cx="5255362" cy="3440428"/>
          </a:xfrm>
        </p:spPr>
        <p:txBody>
          <a:bodyPr>
            <a:normAutofit/>
          </a:bodyPr>
          <a:lstStyle>
            <a:lvl1pPr marL="0" indent="0">
              <a:lnSpc>
                <a:spcPct val="100000"/>
              </a:lnSpc>
              <a:buNone/>
              <a:defRPr sz="1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2" name="Table Placeholder 2">
            <a:extLst>
              <a:ext uri="{FF2B5EF4-FFF2-40B4-BE49-F238E27FC236}">
                <a16:creationId xmlns:a16="http://schemas.microsoft.com/office/drawing/2014/main" id="{9E5FCC8D-2AAB-47F3-7F7E-83CFBAD7423F}"/>
              </a:ext>
            </a:extLst>
          </p:cNvPr>
          <p:cNvSpPr>
            <a:spLocks noGrp="1"/>
          </p:cNvSpPr>
          <p:nvPr>
            <p:ph type="tbl" sz="quarter" idx="12" hasCustomPrompt="1"/>
          </p:nvPr>
        </p:nvSpPr>
        <p:spPr>
          <a:xfrm>
            <a:off x="6324600" y="2341563"/>
            <a:ext cx="4987925" cy="3441700"/>
          </a:xfrm>
        </p:spPr>
        <p:txBody>
          <a:bodyPr/>
          <a:lstStyle>
            <a:lvl1pPr>
              <a:defRPr>
                <a:solidFill>
                  <a:schemeClr val="bg1"/>
                </a:solidFill>
              </a:defRPr>
            </a:lvl1pPr>
          </a:lstStyle>
          <a:p>
            <a:r>
              <a:rPr lang="it-IT"/>
              <a:t>Click the </a:t>
            </a:r>
            <a:r>
              <a:rPr lang="it-IT" err="1"/>
              <a:t>icon</a:t>
            </a:r>
            <a:r>
              <a:rPr lang="it-IT"/>
              <a:t> to </a:t>
            </a:r>
            <a:r>
              <a:rPr lang="it-IT" err="1"/>
              <a:t>add</a:t>
            </a:r>
            <a:r>
              <a:rPr lang="it-IT"/>
              <a:t> a </a:t>
            </a:r>
            <a:r>
              <a:rPr lang="it-IT" err="1"/>
              <a:t>table</a:t>
            </a:r>
            <a:endParaRPr lang="it-IT"/>
          </a:p>
        </p:txBody>
      </p:sp>
    </p:spTree>
    <p:extLst>
      <p:ext uri="{BB962C8B-B14F-4D97-AF65-F5344CB8AC3E}">
        <p14:creationId xmlns:p14="http://schemas.microsoft.com/office/powerpoint/2010/main" val="18070927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Caption + Picture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B234-0215-6F80-07BF-966EECAD17C2}"/>
              </a:ext>
            </a:extLst>
          </p:cNvPr>
          <p:cNvSpPr>
            <a:spLocks noGrp="1"/>
          </p:cNvSpPr>
          <p:nvPr>
            <p:ph type="title" hasCustomPrompt="1"/>
          </p:nvPr>
        </p:nvSpPr>
        <p:spPr>
          <a:xfrm>
            <a:off x="839788" y="987424"/>
            <a:ext cx="3932237" cy="1069975"/>
          </a:xfrm>
        </p:spPr>
        <p:txBody>
          <a:bodyPr anchor="b"/>
          <a:lstStyle>
            <a:lvl1pPr>
              <a:defRPr sz="3200"/>
            </a:lvl1pPr>
          </a:lstStyle>
          <a:p>
            <a:r>
              <a:rPr lang="en-GB"/>
              <a:t>Click to edit title style</a:t>
            </a:r>
            <a:endParaRPr lang="it-IT"/>
          </a:p>
        </p:txBody>
      </p:sp>
      <p:sp>
        <p:nvSpPr>
          <p:cNvPr id="3" name="Picture Placeholder 2">
            <a:extLst>
              <a:ext uri="{FF2B5EF4-FFF2-40B4-BE49-F238E27FC236}">
                <a16:creationId xmlns:a16="http://schemas.microsoft.com/office/drawing/2014/main" id="{FD29BD4C-B49A-6970-23DF-0C92D2568A76}"/>
              </a:ext>
            </a:extLst>
          </p:cNvPr>
          <p:cNvSpPr>
            <a:spLocks noGrp="1"/>
          </p:cNvSpPr>
          <p:nvPr>
            <p:ph type="pic" idx="1" hasCustomPrompt="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Click the </a:t>
            </a:r>
            <a:r>
              <a:rPr lang="it-IT" err="1"/>
              <a:t>icon</a:t>
            </a:r>
            <a:r>
              <a:rPr lang="it-IT"/>
              <a:t> to </a:t>
            </a:r>
            <a:r>
              <a:rPr lang="it-IT" err="1"/>
              <a:t>add</a:t>
            </a:r>
            <a:r>
              <a:rPr lang="it-IT"/>
              <a:t> a picture</a:t>
            </a:r>
          </a:p>
        </p:txBody>
      </p:sp>
      <p:sp>
        <p:nvSpPr>
          <p:cNvPr id="4" name="Text Placeholder 3">
            <a:extLst>
              <a:ext uri="{FF2B5EF4-FFF2-40B4-BE49-F238E27FC236}">
                <a16:creationId xmlns:a16="http://schemas.microsoft.com/office/drawing/2014/main" id="{96ADF617-FDD6-CF4D-A2C0-75603516B3A4}"/>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text</a:t>
            </a:r>
          </a:p>
        </p:txBody>
      </p:sp>
      <p:sp>
        <p:nvSpPr>
          <p:cNvPr id="22" name="Freeform 2">
            <a:extLst>
              <a:ext uri="{FF2B5EF4-FFF2-40B4-BE49-F238E27FC236}">
                <a16:creationId xmlns:a16="http://schemas.microsoft.com/office/drawing/2014/main" id="{A56A673C-B45A-4F6D-B9E4-805B33A8A12A}"/>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5" name="Group 5">
            <a:extLst>
              <a:ext uri="{FF2B5EF4-FFF2-40B4-BE49-F238E27FC236}">
                <a16:creationId xmlns:a16="http://schemas.microsoft.com/office/drawing/2014/main" id="{3335637E-619D-721F-24E9-BCDBF213FE7F}"/>
              </a:ext>
            </a:extLst>
          </p:cNvPr>
          <p:cNvGrpSpPr/>
          <p:nvPr userDrawn="1"/>
        </p:nvGrpSpPr>
        <p:grpSpPr>
          <a:xfrm rot="15211496" flipH="1">
            <a:off x="11734831" y="1733973"/>
            <a:ext cx="1096599" cy="1096599"/>
            <a:chOff x="0" y="0"/>
            <a:chExt cx="812800" cy="812800"/>
          </a:xfrm>
        </p:grpSpPr>
        <p:sp>
          <p:nvSpPr>
            <p:cNvPr id="16" name="Freeform 6">
              <a:extLst>
                <a:ext uri="{FF2B5EF4-FFF2-40B4-BE49-F238E27FC236}">
                  <a16:creationId xmlns:a16="http://schemas.microsoft.com/office/drawing/2014/main" id="{E8DD37A3-6410-D9ED-FD46-38A18DAE0E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7" name="TextBox 7">
              <a:extLst>
                <a:ext uri="{FF2B5EF4-FFF2-40B4-BE49-F238E27FC236}">
                  <a16:creationId xmlns:a16="http://schemas.microsoft.com/office/drawing/2014/main" id="{E35C0749-739C-F0FE-3769-59EC1B56714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8" name="Group 8">
            <a:extLst>
              <a:ext uri="{FF2B5EF4-FFF2-40B4-BE49-F238E27FC236}">
                <a16:creationId xmlns:a16="http://schemas.microsoft.com/office/drawing/2014/main" id="{BFD4FBDB-AAA9-136E-25A0-03EA8094B0DB}"/>
              </a:ext>
            </a:extLst>
          </p:cNvPr>
          <p:cNvGrpSpPr/>
          <p:nvPr userDrawn="1"/>
        </p:nvGrpSpPr>
        <p:grpSpPr>
          <a:xfrm rot="15211496" flipH="1">
            <a:off x="9010036" y="-600189"/>
            <a:ext cx="1176262" cy="1176262"/>
            <a:chOff x="0" y="0"/>
            <a:chExt cx="812800" cy="812800"/>
          </a:xfrm>
        </p:grpSpPr>
        <p:sp>
          <p:nvSpPr>
            <p:cNvPr id="19" name="Freeform 9">
              <a:extLst>
                <a:ext uri="{FF2B5EF4-FFF2-40B4-BE49-F238E27FC236}">
                  <a16:creationId xmlns:a16="http://schemas.microsoft.com/office/drawing/2014/main" id="{C24EED0A-4A3F-3856-0623-0821E33692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0" name="TextBox 10">
              <a:extLst>
                <a:ext uri="{FF2B5EF4-FFF2-40B4-BE49-F238E27FC236}">
                  <a16:creationId xmlns:a16="http://schemas.microsoft.com/office/drawing/2014/main" id="{4872CC15-A3AA-513A-2B39-2A3A6061898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1" name="AutoShape 11">
            <a:extLst>
              <a:ext uri="{FF2B5EF4-FFF2-40B4-BE49-F238E27FC236}">
                <a16:creationId xmlns:a16="http://schemas.microsoft.com/office/drawing/2014/main" id="{D8F0C5C5-6A30-C6D4-15B9-534392341E88}"/>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spTree>
    <p:extLst>
      <p:ext uri="{BB962C8B-B14F-4D97-AF65-F5344CB8AC3E}">
        <p14:creationId xmlns:p14="http://schemas.microsoft.com/office/powerpoint/2010/main" val="3554482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Caption + Picture_Blue Backgroun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B234-0215-6F80-07BF-966EECAD17C2}"/>
              </a:ext>
            </a:extLst>
          </p:cNvPr>
          <p:cNvSpPr>
            <a:spLocks noGrp="1"/>
          </p:cNvSpPr>
          <p:nvPr>
            <p:ph type="title" hasCustomPrompt="1"/>
          </p:nvPr>
        </p:nvSpPr>
        <p:spPr>
          <a:xfrm>
            <a:off x="839788" y="987424"/>
            <a:ext cx="3932237" cy="1069975"/>
          </a:xfrm>
        </p:spPr>
        <p:txBody>
          <a:bodyPr anchor="b"/>
          <a:lstStyle>
            <a:lvl1pPr>
              <a:defRPr sz="3200">
                <a:solidFill>
                  <a:schemeClr val="bg1"/>
                </a:solidFill>
              </a:defRPr>
            </a:lvl1pPr>
          </a:lstStyle>
          <a:p>
            <a:r>
              <a:rPr lang="en-GB"/>
              <a:t>Click to edit title style</a:t>
            </a:r>
            <a:endParaRPr lang="it-IT"/>
          </a:p>
        </p:txBody>
      </p:sp>
      <p:sp>
        <p:nvSpPr>
          <p:cNvPr id="3" name="Picture Placeholder 2">
            <a:extLst>
              <a:ext uri="{FF2B5EF4-FFF2-40B4-BE49-F238E27FC236}">
                <a16:creationId xmlns:a16="http://schemas.microsoft.com/office/drawing/2014/main" id="{FD29BD4C-B49A-6970-23DF-0C92D2568A76}"/>
              </a:ext>
            </a:extLst>
          </p:cNvPr>
          <p:cNvSpPr>
            <a:spLocks noGrp="1"/>
          </p:cNvSpPr>
          <p:nvPr>
            <p:ph type="pic" idx="1" hasCustomPrompt="1"/>
          </p:nvPr>
        </p:nvSpPr>
        <p:spPr>
          <a:xfrm>
            <a:off x="5183188" y="987425"/>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Click the </a:t>
            </a:r>
            <a:r>
              <a:rPr lang="it-IT" err="1"/>
              <a:t>icon</a:t>
            </a:r>
            <a:r>
              <a:rPr lang="it-IT"/>
              <a:t> to </a:t>
            </a:r>
            <a:r>
              <a:rPr lang="it-IT" err="1"/>
              <a:t>add</a:t>
            </a:r>
            <a:r>
              <a:rPr lang="it-IT"/>
              <a:t> a picture</a:t>
            </a:r>
          </a:p>
        </p:txBody>
      </p:sp>
      <p:sp>
        <p:nvSpPr>
          <p:cNvPr id="4" name="Text Placeholder 3">
            <a:extLst>
              <a:ext uri="{FF2B5EF4-FFF2-40B4-BE49-F238E27FC236}">
                <a16:creationId xmlns:a16="http://schemas.microsoft.com/office/drawing/2014/main" id="{96ADF617-FDD6-CF4D-A2C0-75603516B3A4}"/>
              </a:ext>
            </a:extLst>
          </p:cNvPr>
          <p:cNvSpPr>
            <a:spLocks noGrp="1"/>
          </p:cNvSpPr>
          <p:nvPr>
            <p:ph type="body" sz="half" idx="2" hasCustomPrompt="1"/>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text</a:t>
            </a:r>
          </a:p>
        </p:txBody>
      </p:sp>
      <p:grpSp>
        <p:nvGrpSpPr>
          <p:cNvPr id="15" name="Group 5">
            <a:extLst>
              <a:ext uri="{FF2B5EF4-FFF2-40B4-BE49-F238E27FC236}">
                <a16:creationId xmlns:a16="http://schemas.microsoft.com/office/drawing/2014/main" id="{3335637E-619D-721F-24E9-BCDBF213FE7F}"/>
              </a:ext>
            </a:extLst>
          </p:cNvPr>
          <p:cNvGrpSpPr/>
          <p:nvPr userDrawn="1"/>
        </p:nvGrpSpPr>
        <p:grpSpPr>
          <a:xfrm rot="15211496" flipH="1">
            <a:off x="11734831" y="1733973"/>
            <a:ext cx="1096599" cy="1096599"/>
            <a:chOff x="0" y="0"/>
            <a:chExt cx="812800" cy="812800"/>
          </a:xfrm>
        </p:grpSpPr>
        <p:sp>
          <p:nvSpPr>
            <p:cNvPr id="16" name="Freeform 6">
              <a:extLst>
                <a:ext uri="{FF2B5EF4-FFF2-40B4-BE49-F238E27FC236}">
                  <a16:creationId xmlns:a16="http://schemas.microsoft.com/office/drawing/2014/main" id="{E8DD37A3-6410-D9ED-FD46-38A18DAE0E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7" name="TextBox 7">
              <a:extLst>
                <a:ext uri="{FF2B5EF4-FFF2-40B4-BE49-F238E27FC236}">
                  <a16:creationId xmlns:a16="http://schemas.microsoft.com/office/drawing/2014/main" id="{E35C0749-739C-F0FE-3769-59EC1B56714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8" name="Group 8">
            <a:extLst>
              <a:ext uri="{FF2B5EF4-FFF2-40B4-BE49-F238E27FC236}">
                <a16:creationId xmlns:a16="http://schemas.microsoft.com/office/drawing/2014/main" id="{BFD4FBDB-AAA9-136E-25A0-03EA8094B0DB}"/>
              </a:ext>
            </a:extLst>
          </p:cNvPr>
          <p:cNvGrpSpPr/>
          <p:nvPr userDrawn="1"/>
        </p:nvGrpSpPr>
        <p:grpSpPr>
          <a:xfrm rot="15211496" flipH="1">
            <a:off x="9010036" y="-600189"/>
            <a:ext cx="1176262" cy="1176262"/>
            <a:chOff x="0" y="0"/>
            <a:chExt cx="812800" cy="812800"/>
          </a:xfrm>
        </p:grpSpPr>
        <p:sp>
          <p:nvSpPr>
            <p:cNvPr id="19" name="Freeform 9">
              <a:extLst>
                <a:ext uri="{FF2B5EF4-FFF2-40B4-BE49-F238E27FC236}">
                  <a16:creationId xmlns:a16="http://schemas.microsoft.com/office/drawing/2014/main" id="{C24EED0A-4A3F-3856-0623-0821E33692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0" name="TextBox 10">
              <a:extLst>
                <a:ext uri="{FF2B5EF4-FFF2-40B4-BE49-F238E27FC236}">
                  <a16:creationId xmlns:a16="http://schemas.microsoft.com/office/drawing/2014/main" id="{4872CC15-A3AA-513A-2B39-2A3A6061898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1" name="AutoShape 11">
            <a:extLst>
              <a:ext uri="{FF2B5EF4-FFF2-40B4-BE49-F238E27FC236}">
                <a16:creationId xmlns:a16="http://schemas.microsoft.com/office/drawing/2014/main" id="{D8F0C5C5-6A30-C6D4-15B9-534392341E88}"/>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pic>
        <p:nvPicPr>
          <p:cNvPr id="5" name="Picture 4" descr="A white text on a black background&#10;&#10;Description automatically generated">
            <a:extLst>
              <a:ext uri="{FF2B5EF4-FFF2-40B4-BE49-F238E27FC236}">
                <a16:creationId xmlns:a16="http://schemas.microsoft.com/office/drawing/2014/main" id="{7291EE63-0524-C919-C72C-AC711FCE5943}"/>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6" name="Group 5">
            <a:extLst>
              <a:ext uri="{FF2B5EF4-FFF2-40B4-BE49-F238E27FC236}">
                <a16:creationId xmlns:a16="http://schemas.microsoft.com/office/drawing/2014/main" id="{2CC458DF-8164-DBA3-ABA9-999C0795EFC5}"/>
              </a:ext>
            </a:extLst>
          </p:cNvPr>
          <p:cNvGrpSpPr/>
          <p:nvPr userDrawn="1"/>
        </p:nvGrpSpPr>
        <p:grpSpPr>
          <a:xfrm>
            <a:off x="2555190" y="5958082"/>
            <a:ext cx="9438031" cy="717889"/>
            <a:chOff x="2555190" y="5958082"/>
            <a:chExt cx="9438031" cy="717889"/>
          </a:xfrm>
        </p:grpSpPr>
        <p:pic>
          <p:nvPicPr>
            <p:cNvPr id="7" name="Picture 6" descr="A black and white flag with stars in a circle&#10;&#10;Description automatically generated">
              <a:extLst>
                <a:ext uri="{FF2B5EF4-FFF2-40B4-BE49-F238E27FC236}">
                  <a16:creationId xmlns:a16="http://schemas.microsoft.com/office/drawing/2014/main" id="{8EB4989D-3DE4-607B-6CC9-CEEDB7666A9C}"/>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8" name="Straight Connector 7">
              <a:extLst>
                <a:ext uri="{FF2B5EF4-FFF2-40B4-BE49-F238E27FC236}">
                  <a16:creationId xmlns:a16="http://schemas.microsoft.com/office/drawing/2014/main" id="{DDD704D9-D041-A5DF-E43A-897F5B4F80BE}"/>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6286FF7-2F82-BAB7-560C-937D17C967C3}"/>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1143595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_White backgroun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D29BD4C-B49A-6970-23DF-0C92D2568A76}"/>
              </a:ext>
            </a:extLst>
          </p:cNvPr>
          <p:cNvSpPr>
            <a:spLocks noGrp="1"/>
          </p:cNvSpPr>
          <p:nvPr>
            <p:ph type="pic" idx="1" hasCustomPrompt="1"/>
          </p:nvPr>
        </p:nvSpPr>
        <p:spPr>
          <a:xfrm>
            <a:off x="1190753" y="845648"/>
            <a:ext cx="9810493" cy="51667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Click the </a:t>
            </a:r>
            <a:r>
              <a:rPr lang="it-IT" err="1"/>
              <a:t>icon</a:t>
            </a:r>
            <a:r>
              <a:rPr lang="it-IT"/>
              <a:t> to </a:t>
            </a:r>
            <a:r>
              <a:rPr lang="it-IT" err="1"/>
              <a:t>add</a:t>
            </a:r>
            <a:r>
              <a:rPr lang="it-IT"/>
              <a:t> a picture</a:t>
            </a:r>
          </a:p>
        </p:txBody>
      </p:sp>
      <p:sp>
        <p:nvSpPr>
          <p:cNvPr id="7" name="Freeform 2">
            <a:extLst>
              <a:ext uri="{FF2B5EF4-FFF2-40B4-BE49-F238E27FC236}">
                <a16:creationId xmlns:a16="http://schemas.microsoft.com/office/drawing/2014/main" id="{4A079F96-63E6-CB7A-6301-311937159851}"/>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4" name="Group 5">
            <a:extLst>
              <a:ext uri="{FF2B5EF4-FFF2-40B4-BE49-F238E27FC236}">
                <a16:creationId xmlns:a16="http://schemas.microsoft.com/office/drawing/2014/main" id="{A0EAA842-8E82-3205-C780-AE4EA33CB31C}"/>
              </a:ext>
            </a:extLst>
          </p:cNvPr>
          <p:cNvGrpSpPr/>
          <p:nvPr userDrawn="1"/>
        </p:nvGrpSpPr>
        <p:grpSpPr>
          <a:xfrm rot="15211496" flipH="1">
            <a:off x="11734831" y="1733973"/>
            <a:ext cx="1096599" cy="1096599"/>
            <a:chOff x="0" y="0"/>
            <a:chExt cx="812800" cy="812800"/>
          </a:xfrm>
        </p:grpSpPr>
        <p:sp>
          <p:nvSpPr>
            <p:cNvPr id="15" name="Freeform 6">
              <a:extLst>
                <a:ext uri="{FF2B5EF4-FFF2-40B4-BE49-F238E27FC236}">
                  <a16:creationId xmlns:a16="http://schemas.microsoft.com/office/drawing/2014/main" id="{AAEA5514-98DB-E880-74A5-550E3FDD4A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TextBox 7">
              <a:extLst>
                <a:ext uri="{FF2B5EF4-FFF2-40B4-BE49-F238E27FC236}">
                  <a16:creationId xmlns:a16="http://schemas.microsoft.com/office/drawing/2014/main" id="{D376316F-3885-18A4-B875-D6CADFB1F1FA}"/>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7" name="Group 8">
            <a:extLst>
              <a:ext uri="{FF2B5EF4-FFF2-40B4-BE49-F238E27FC236}">
                <a16:creationId xmlns:a16="http://schemas.microsoft.com/office/drawing/2014/main" id="{8A3A6C31-49A2-2B48-4CAF-BDCEE6A08AA4}"/>
              </a:ext>
            </a:extLst>
          </p:cNvPr>
          <p:cNvGrpSpPr/>
          <p:nvPr userDrawn="1"/>
        </p:nvGrpSpPr>
        <p:grpSpPr>
          <a:xfrm rot="15211496" flipH="1">
            <a:off x="9010036" y="-600189"/>
            <a:ext cx="1176262" cy="1176262"/>
            <a:chOff x="0" y="0"/>
            <a:chExt cx="812800" cy="812800"/>
          </a:xfrm>
        </p:grpSpPr>
        <p:sp>
          <p:nvSpPr>
            <p:cNvPr id="18" name="Freeform 9">
              <a:extLst>
                <a:ext uri="{FF2B5EF4-FFF2-40B4-BE49-F238E27FC236}">
                  <a16:creationId xmlns:a16="http://schemas.microsoft.com/office/drawing/2014/main" id="{6721C66F-9ADE-679B-A144-7A90813431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9" name="TextBox 10">
              <a:extLst>
                <a:ext uri="{FF2B5EF4-FFF2-40B4-BE49-F238E27FC236}">
                  <a16:creationId xmlns:a16="http://schemas.microsoft.com/office/drawing/2014/main" id="{7D31205A-E14B-B664-54DD-50AE4923D70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0" name="AutoShape 11">
            <a:extLst>
              <a:ext uri="{FF2B5EF4-FFF2-40B4-BE49-F238E27FC236}">
                <a16:creationId xmlns:a16="http://schemas.microsoft.com/office/drawing/2014/main" id="{308C024C-5F63-C643-3F1C-84A963AB417A}"/>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spTree>
    <p:extLst>
      <p:ext uri="{BB962C8B-B14F-4D97-AF65-F5344CB8AC3E}">
        <p14:creationId xmlns:p14="http://schemas.microsoft.com/office/powerpoint/2010/main" val="27388643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_Blue background">
    <p:bg>
      <p:bgPr>
        <a:solidFill>
          <a:schemeClr val="tx1"/>
        </a:solidFill>
        <a:effectLst/>
      </p:bgPr>
    </p:bg>
    <p:spTree>
      <p:nvGrpSpPr>
        <p:cNvPr id="1" name=""/>
        <p:cNvGrpSpPr/>
        <p:nvPr/>
      </p:nvGrpSpPr>
      <p:grpSpPr>
        <a:xfrm>
          <a:off x="0" y="0"/>
          <a:ext cx="0" cy="0"/>
          <a:chOff x="0" y="0"/>
          <a:chExt cx="0" cy="0"/>
        </a:xfrm>
      </p:grpSpPr>
      <p:pic>
        <p:nvPicPr>
          <p:cNvPr id="8" name="Picture 7" descr="A white text on a black background&#10;&#10;Description automatically generated">
            <a:extLst>
              <a:ext uri="{FF2B5EF4-FFF2-40B4-BE49-F238E27FC236}">
                <a16:creationId xmlns:a16="http://schemas.microsoft.com/office/drawing/2014/main" id="{A5D97982-81B8-1DC3-AB5C-221E0E42FF84}"/>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9" name="Group 8">
            <a:extLst>
              <a:ext uri="{FF2B5EF4-FFF2-40B4-BE49-F238E27FC236}">
                <a16:creationId xmlns:a16="http://schemas.microsoft.com/office/drawing/2014/main" id="{9094B896-C27A-9F20-F973-86B7383DCA55}"/>
              </a:ext>
            </a:extLst>
          </p:cNvPr>
          <p:cNvGrpSpPr/>
          <p:nvPr userDrawn="1"/>
        </p:nvGrpSpPr>
        <p:grpSpPr>
          <a:xfrm>
            <a:off x="2555190" y="5958082"/>
            <a:ext cx="9438031" cy="717889"/>
            <a:chOff x="2555190" y="5958082"/>
            <a:chExt cx="9438031" cy="717889"/>
          </a:xfrm>
        </p:grpSpPr>
        <p:pic>
          <p:nvPicPr>
            <p:cNvPr id="10" name="Picture 9" descr="A black and white flag with stars in a circle&#10;&#10;Description automatically generated">
              <a:extLst>
                <a:ext uri="{FF2B5EF4-FFF2-40B4-BE49-F238E27FC236}">
                  <a16:creationId xmlns:a16="http://schemas.microsoft.com/office/drawing/2014/main" id="{A7BFAA86-AA25-07AD-DECB-0293E9DA545B}"/>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11" name="Straight Connector 10">
              <a:extLst>
                <a:ext uri="{FF2B5EF4-FFF2-40B4-BE49-F238E27FC236}">
                  <a16:creationId xmlns:a16="http://schemas.microsoft.com/office/drawing/2014/main" id="{E8A1168B-C83A-9F29-6037-8F28306FE715}"/>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21B5F50-7EB1-72F2-6AEC-34F40FC11BB2}"/>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13" name="Picture Placeholder 2">
            <a:extLst>
              <a:ext uri="{FF2B5EF4-FFF2-40B4-BE49-F238E27FC236}">
                <a16:creationId xmlns:a16="http://schemas.microsoft.com/office/drawing/2014/main" id="{5CA18A7F-B781-E48B-38B6-F3BC3FDF2849}"/>
              </a:ext>
            </a:extLst>
          </p:cNvPr>
          <p:cNvSpPr>
            <a:spLocks noGrp="1"/>
          </p:cNvSpPr>
          <p:nvPr>
            <p:ph type="pic" idx="1" hasCustomPrompt="1"/>
          </p:nvPr>
        </p:nvSpPr>
        <p:spPr>
          <a:xfrm>
            <a:off x="1190753" y="845648"/>
            <a:ext cx="9810493" cy="516670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Click the </a:t>
            </a:r>
            <a:r>
              <a:rPr lang="it-IT" err="1"/>
              <a:t>icon</a:t>
            </a:r>
            <a:r>
              <a:rPr lang="it-IT"/>
              <a:t> to </a:t>
            </a:r>
            <a:r>
              <a:rPr lang="it-IT" err="1"/>
              <a:t>add</a:t>
            </a:r>
            <a:r>
              <a:rPr lang="it-IT"/>
              <a:t> a picture</a:t>
            </a:r>
          </a:p>
        </p:txBody>
      </p:sp>
      <p:grpSp>
        <p:nvGrpSpPr>
          <p:cNvPr id="14" name="Group 5">
            <a:extLst>
              <a:ext uri="{FF2B5EF4-FFF2-40B4-BE49-F238E27FC236}">
                <a16:creationId xmlns:a16="http://schemas.microsoft.com/office/drawing/2014/main" id="{C909BC9D-A28C-EBB1-B7F1-9029CD3C3187}"/>
              </a:ext>
            </a:extLst>
          </p:cNvPr>
          <p:cNvGrpSpPr/>
          <p:nvPr userDrawn="1"/>
        </p:nvGrpSpPr>
        <p:grpSpPr>
          <a:xfrm rot="15211496" flipH="1">
            <a:off x="11734831" y="1733973"/>
            <a:ext cx="1096599" cy="1096599"/>
            <a:chOff x="0" y="0"/>
            <a:chExt cx="812800" cy="812800"/>
          </a:xfrm>
        </p:grpSpPr>
        <p:sp>
          <p:nvSpPr>
            <p:cNvPr id="15" name="Freeform 6">
              <a:extLst>
                <a:ext uri="{FF2B5EF4-FFF2-40B4-BE49-F238E27FC236}">
                  <a16:creationId xmlns:a16="http://schemas.microsoft.com/office/drawing/2014/main" id="{F8A4D943-2D9C-454D-F780-08F051B1F1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TextBox 7">
              <a:extLst>
                <a:ext uri="{FF2B5EF4-FFF2-40B4-BE49-F238E27FC236}">
                  <a16:creationId xmlns:a16="http://schemas.microsoft.com/office/drawing/2014/main" id="{417AF71A-C233-D4CE-A7F5-5A8E517CF75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7" name="Group 8">
            <a:extLst>
              <a:ext uri="{FF2B5EF4-FFF2-40B4-BE49-F238E27FC236}">
                <a16:creationId xmlns:a16="http://schemas.microsoft.com/office/drawing/2014/main" id="{CC5FCB2C-4DA0-7D87-48F7-2A56CDF631C6}"/>
              </a:ext>
            </a:extLst>
          </p:cNvPr>
          <p:cNvGrpSpPr/>
          <p:nvPr userDrawn="1"/>
        </p:nvGrpSpPr>
        <p:grpSpPr>
          <a:xfrm rot="15211496" flipH="1">
            <a:off x="9010036" y="-600189"/>
            <a:ext cx="1176262" cy="1176262"/>
            <a:chOff x="0" y="0"/>
            <a:chExt cx="812800" cy="812800"/>
          </a:xfrm>
        </p:grpSpPr>
        <p:sp>
          <p:nvSpPr>
            <p:cNvPr id="18" name="Freeform 9">
              <a:extLst>
                <a:ext uri="{FF2B5EF4-FFF2-40B4-BE49-F238E27FC236}">
                  <a16:creationId xmlns:a16="http://schemas.microsoft.com/office/drawing/2014/main" id="{1778ACAC-9934-3A97-A215-E6D267D841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9" name="TextBox 10">
              <a:extLst>
                <a:ext uri="{FF2B5EF4-FFF2-40B4-BE49-F238E27FC236}">
                  <a16:creationId xmlns:a16="http://schemas.microsoft.com/office/drawing/2014/main" id="{6E6F3786-5936-7D5E-A27A-DC7E74601034}"/>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0" name="AutoShape 11">
            <a:extLst>
              <a:ext uri="{FF2B5EF4-FFF2-40B4-BE49-F238E27FC236}">
                <a16:creationId xmlns:a16="http://schemas.microsoft.com/office/drawing/2014/main" id="{5B88CDD3-DA12-F462-7DDF-521136F89364}"/>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spTree>
    <p:extLst>
      <p:ext uri="{BB962C8B-B14F-4D97-AF65-F5344CB8AC3E}">
        <p14:creationId xmlns:p14="http://schemas.microsoft.com/office/powerpoint/2010/main" val="2912418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All Content with Caption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81B0-DF0A-4D66-8562-88F3D6D877FA}"/>
              </a:ext>
            </a:extLst>
          </p:cNvPr>
          <p:cNvSpPr>
            <a:spLocks noGrp="1"/>
          </p:cNvSpPr>
          <p:nvPr>
            <p:ph type="title"/>
          </p:nvPr>
        </p:nvSpPr>
        <p:spPr>
          <a:xfrm>
            <a:off x="839788" y="987424"/>
            <a:ext cx="3932237" cy="1069975"/>
          </a:xfrm>
        </p:spPr>
        <p:txBody>
          <a:bodyPr anchor="b"/>
          <a:lstStyle>
            <a:lvl1pPr>
              <a:defRPr sz="3200"/>
            </a:lvl1pPr>
          </a:lstStyle>
          <a:p>
            <a:r>
              <a:rPr lang="en-GB"/>
              <a:t>Click to edit Master title style</a:t>
            </a:r>
            <a:endParaRPr lang="it-IT"/>
          </a:p>
        </p:txBody>
      </p:sp>
      <p:sp>
        <p:nvSpPr>
          <p:cNvPr id="3" name="Content Placeholder 2">
            <a:extLst>
              <a:ext uri="{FF2B5EF4-FFF2-40B4-BE49-F238E27FC236}">
                <a16:creationId xmlns:a16="http://schemas.microsoft.com/office/drawing/2014/main" id="{3BD89A63-4A33-D942-962F-76D315DEE5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
            <a:extLst>
              <a:ext uri="{FF2B5EF4-FFF2-40B4-BE49-F238E27FC236}">
                <a16:creationId xmlns:a16="http://schemas.microsoft.com/office/drawing/2014/main" id="{19C79DF6-B015-4D8F-130F-A5D13A226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grpSp>
        <p:nvGrpSpPr>
          <p:cNvPr id="8" name="Group 7">
            <a:extLst>
              <a:ext uri="{FF2B5EF4-FFF2-40B4-BE49-F238E27FC236}">
                <a16:creationId xmlns:a16="http://schemas.microsoft.com/office/drawing/2014/main" id="{F815A792-2F6C-126E-F53A-DBD1012CEC44}"/>
              </a:ext>
            </a:extLst>
          </p:cNvPr>
          <p:cNvGrpSpPr/>
          <p:nvPr userDrawn="1"/>
        </p:nvGrpSpPr>
        <p:grpSpPr>
          <a:xfrm>
            <a:off x="2555190" y="5958082"/>
            <a:ext cx="9438030" cy="716282"/>
            <a:chOff x="2555190" y="5958082"/>
            <a:chExt cx="9438030" cy="716282"/>
          </a:xfrm>
        </p:grpSpPr>
        <p:sp>
          <p:nvSpPr>
            <p:cNvPr id="9" name="Freeform 9">
              <a:extLst>
                <a:ext uri="{FF2B5EF4-FFF2-40B4-BE49-F238E27FC236}">
                  <a16:creationId xmlns:a16="http://schemas.microsoft.com/office/drawing/2014/main" id="{BA72D44B-475B-5FB4-B34B-19C737A480F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2"/>
              <a:stretch>
                <a:fillRect/>
              </a:stretch>
            </a:blipFill>
          </p:spPr>
          <p:txBody>
            <a:bodyPr/>
            <a:lstStyle/>
            <a:p>
              <a:endParaRPr lang="it-IT"/>
            </a:p>
          </p:txBody>
        </p:sp>
        <p:cxnSp>
          <p:nvCxnSpPr>
            <p:cNvPr id="10" name="Straight Connector 9">
              <a:extLst>
                <a:ext uri="{FF2B5EF4-FFF2-40B4-BE49-F238E27FC236}">
                  <a16:creationId xmlns:a16="http://schemas.microsoft.com/office/drawing/2014/main" id="{01C2FFCB-B69F-32F7-D98E-71B3DEF898CA}"/>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252FC14-D2ED-14EE-D1ED-21DAE79DD6A0}"/>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12" name="Freeform 2">
            <a:extLst>
              <a:ext uri="{FF2B5EF4-FFF2-40B4-BE49-F238E27FC236}">
                <a16:creationId xmlns:a16="http://schemas.microsoft.com/office/drawing/2014/main" id="{9027C6CF-07AF-9A94-4FD0-2F1F8D7E680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3"/>
            <a:stretch>
              <a:fillRect/>
            </a:stretch>
          </a:blipFill>
        </p:spPr>
        <p:txBody>
          <a:bodyPr/>
          <a:lstStyle/>
          <a:p>
            <a:endParaRPr lang="it-IT"/>
          </a:p>
        </p:txBody>
      </p:sp>
    </p:spTree>
    <p:extLst>
      <p:ext uri="{BB962C8B-B14F-4D97-AF65-F5344CB8AC3E}">
        <p14:creationId xmlns:p14="http://schemas.microsoft.com/office/powerpoint/2010/main" val="1688169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All Content with Caption_Blue Backgroun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81B0-DF0A-4D66-8562-88F3D6D877FA}"/>
              </a:ext>
            </a:extLst>
          </p:cNvPr>
          <p:cNvSpPr>
            <a:spLocks noGrp="1"/>
          </p:cNvSpPr>
          <p:nvPr>
            <p:ph type="title"/>
          </p:nvPr>
        </p:nvSpPr>
        <p:spPr>
          <a:xfrm>
            <a:off x="839788" y="987424"/>
            <a:ext cx="3932237" cy="1069975"/>
          </a:xfrm>
        </p:spPr>
        <p:txBody>
          <a:bodyPr anchor="b"/>
          <a:lstStyle>
            <a:lvl1pPr>
              <a:defRPr sz="3200">
                <a:solidFill>
                  <a:schemeClr val="bg1"/>
                </a:solidFill>
              </a:defRPr>
            </a:lvl1pPr>
          </a:lstStyle>
          <a:p>
            <a:r>
              <a:rPr lang="en-GB"/>
              <a:t>Click to edit Master title style</a:t>
            </a:r>
            <a:endParaRPr lang="it-IT"/>
          </a:p>
        </p:txBody>
      </p:sp>
      <p:sp>
        <p:nvSpPr>
          <p:cNvPr id="3" name="Content Placeholder 2">
            <a:extLst>
              <a:ext uri="{FF2B5EF4-FFF2-40B4-BE49-F238E27FC236}">
                <a16:creationId xmlns:a16="http://schemas.microsoft.com/office/drawing/2014/main" id="{3BD89A63-4A33-D942-962F-76D315DEE5F8}"/>
              </a:ext>
            </a:extLst>
          </p:cNvPr>
          <p:cNvSpPr>
            <a:spLocks noGrp="1"/>
          </p:cNvSpPr>
          <p:nvPr>
            <p:ph idx="1"/>
          </p:nvPr>
        </p:nvSpPr>
        <p:spPr>
          <a:xfrm>
            <a:off x="5183188" y="987425"/>
            <a:ext cx="6172200" cy="4873625"/>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
            <a:extLst>
              <a:ext uri="{FF2B5EF4-FFF2-40B4-BE49-F238E27FC236}">
                <a16:creationId xmlns:a16="http://schemas.microsoft.com/office/drawing/2014/main" id="{19C79DF6-B015-4D8F-130F-A5D13A226B28}"/>
              </a:ext>
            </a:extLst>
          </p:cNvPr>
          <p:cNvSpPr>
            <a:spLocks noGrp="1"/>
          </p:cNvSpPr>
          <p:nvPr>
            <p:ph type="body" sz="half" idx="2"/>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pic>
        <p:nvPicPr>
          <p:cNvPr id="5" name="Picture 4" descr="A white text on a black background&#10;&#10;Description automatically generated">
            <a:extLst>
              <a:ext uri="{FF2B5EF4-FFF2-40B4-BE49-F238E27FC236}">
                <a16:creationId xmlns:a16="http://schemas.microsoft.com/office/drawing/2014/main" id="{F4571D3E-7681-6095-6157-0F124D5AD501}"/>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6" name="Group 5">
            <a:extLst>
              <a:ext uri="{FF2B5EF4-FFF2-40B4-BE49-F238E27FC236}">
                <a16:creationId xmlns:a16="http://schemas.microsoft.com/office/drawing/2014/main" id="{42A588B8-B3C1-5194-3022-92B20013B524}"/>
              </a:ext>
            </a:extLst>
          </p:cNvPr>
          <p:cNvGrpSpPr/>
          <p:nvPr userDrawn="1"/>
        </p:nvGrpSpPr>
        <p:grpSpPr>
          <a:xfrm>
            <a:off x="2555190" y="5958082"/>
            <a:ext cx="9438031" cy="717889"/>
            <a:chOff x="2555190" y="5958082"/>
            <a:chExt cx="9438031" cy="717889"/>
          </a:xfrm>
        </p:grpSpPr>
        <p:pic>
          <p:nvPicPr>
            <p:cNvPr id="7" name="Picture 6" descr="A black and white flag with stars in a circle&#10;&#10;Description automatically generated">
              <a:extLst>
                <a:ext uri="{FF2B5EF4-FFF2-40B4-BE49-F238E27FC236}">
                  <a16:creationId xmlns:a16="http://schemas.microsoft.com/office/drawing/2014/main" id="{EE8BCBDE-D4CE-23EA-8850-C6CF6654887B}"/>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13" name="Straight Connector 12">
              <a:extLst>
                <a:ext uri="{FF2B5EF4-FFF2-40B4-BE49-F238E27FC236}">
                  <a16:creationId xmlns:a16="http://schemas.microsoft.com/office/drawing/2014/main" id="{FC6FA055-175C-BE32-F63C-20D9DA31844B}"/>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35791F2-893D-4A10-B2F2-E691FAB68B4A}"/>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3558154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_White Background">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50F1FA2B-447B-ABF8-1AC6-B828ADFF7681}"/>
              </a:ext>
            </a:extLst>
          </p:cNvPr>
          <p:cNvSpPr/>
          <p:nvPr userDrawn="1"/>
        </p:nvSpPr>
        <p:spPr>
          <a:xfrm>
            <a:off x="197320" y="184788"/>
            <a:ext cx="3543501" cy="870431"/>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34" name="Group 33">
            <a:extLst>
              <a:ext uri="{FF2B5EF4-FFF2-40B4-BE49-F238E27FC236}">
                <a16:creationId xmlns:a16="http://schemas.microsoft.com/office/drawing/2014/main" id="{BDEA0543-19E2-4029-3D4A-0F4A26A2C60F}"/>
              </a:ext>
            </a:extLst>
          </p:cNvPr>
          <p:cNvGrpSpPr/>
          <p:nvPr userDrawn="1"/>
        </p:nvGrpSpPr>
        <p:grpSpPr>
          <a:xfrm rot="10800000">
            <a:off x="9468640" y="-1138910"/>
            <a:ext cx="3511597" cy="5806731"/>
            <a:chOff x="-1043880" y="1901286"/>
            <a:chExt cx="3511597" cy="5806731"/>
          </a:xfrm>
        </p:grpSpPr>
        <p:sp>
          <p:nvSpPr>
            <p:cNvPr id="12" name="AutoShape 11">
              <a:extLst>
                <a:ext uri="{FF2B5EF4-FFF2-40B4-BE49-F238E27FC236}">
                  <a16:creationId xmlns:a16="http://schemas.microsoft.com/office/drawing/2014/main" id="{DDA0C904-C428-6D88-BF49-06E82AA78BDC}"/>
                </a:ext>
              </a:extLst>
            </p:cNvPr>
            <p:cNvSpPr/>
            <p:nvPr userDrawn="1"/>
          </p:nvSpPr>
          <p:spPr>
            <a:xfrm flipH="1" flipV="1">
              <a:off x="273284" y="3349339"/>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13" name="AutoShape 12">
              <a:extLst>
                <a:ext uri="{FF2B5EF4-FFF2-40B4-BE49-F238E27FC236}">
                  <a16:creationId xmlns:a16="http://schemas.microsoft.com/office/drawing/2014/main" id="{368E5200-4103-E43E-9484-EF5782374B93}"/>
                </a:ext>
              </a:extLst>
            </p:cNvPr>
            <p:cNvSpPr/>
            <p:nvPr userDrawn="1"/>
          </p:nvSpPr>
          <p:spPr>
            <a:xfrm flipV="1">
              <a:off x="1428046" y="4993684"/>
              <a:ext cx="415156" cy="1514123"/>
            </a:xfrm>
            <a:prstGeom prst="line">
              <a:avLst/>
            </a:prstGeom>
            <a:ln w="142875" cap="flat">
              <a:solidFill>
                <a:srgbClr val="0E145D"/>
              </a:solidFill>
              <a:prstDash val="solid"/>
              <a:headEnd type="none" w="sm" len="sm"/>
              <a:tailEnd type="none" w="sm" len="sm"/>
            </a:ln>
          </p:spPr>
          <p:txBody>
            <a:bodyPr/>
            <a:lstStyle/>
            <a:p>
              <a:endParaRPr lang="it-IT"/>
            </a:p>
          </p:txBody>
        </p:sp>
        <p:sp>
          <p:nvSpPr>
            <p:cNvPr id="14" name="Freeform 6">
              <a:extLst>
                <a:ext uri="{FF2B5EF4-FFF2-40B4-BE49-F238E27FC236}">
                  <a16:creationId xmlns:a16="http://schemas.microsoft.com/office/drawing/2014/main" id="{2E2F0C67-CAB8-1DE9-D405-E967A8283938}"/>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Freeform 6">
              <a:extLst>
                <a:ext uri="{FF2B5EF4-FFF2-40B4-BE49-F238E27FC236}">
                  <a16:creationId xmlns:a16="http://schemas.microsoft.com/office/drawing/2014/main" id="{4B4EA801-2BCF-483E-74E0-67ED215E3FCA}"/>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Freeform 6">
              <a:extLst>
                <a:ext uri="{FF2B5EF4-FFF2-40B4-BE49-F238E27FC236}">
                  <a16:creationId xmlns:a16="http://schemas.microsoft.com/office/drawing/2014/main" id="{7DAD4751-6DD9-4BB9-702B-98C42D272C7B}"/>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grpSp>
      <p:grpSp>
        <p:nvGrpSpPr>
          <p:cNvPr id="35" name="Group 34">
            <a:extLst>
              <a:ext uri="{FF2B5EF4-FFF2-40B4-BE49-F238E27FC236}">
                <a16:creationId xmlns:a16="http://schemas.microsoft.com/office/drawing/2014/main" id="{D0CAE36E-D1F6-B055-694E-3749DE7320BD}"/>
              </a:ext>
            </a:extLst>
          </p:cNvPr>
          <p:cNvGrpSpPr/>
          <p:nvPr userDrawn="1"/>
        </p:nvGrpSpPr>
        <p:grpSpPr>
          <a:xfrm rot="10800000">
            <a:off x="-570705" y="4667821"/>
            <a:ext cx="3165373" cy="2927471"/>
            <a:chOff x="9410171" y="-775652"/>
            <a:chExt cx="3165373" cy="2927471"/>
          </a:xfrm>
        </p:grpSpPr>
        <p:sp>
          <p:nvSpPr>
            <p:cNvPr id="17" name="AutoShape 11">
              <a:extLst>
                <a:ext uri="{FF2B5EF4-FFF2-40B4-BE49-F238E27FC236}">
                  <a16:creationId xmlns:a16="http://schemas.microsoft.com/office/drawing/2014/main" id="{0FCB4AF6-CC92-93AE-F972-AAA8C470EFB3}"/>
                </a:ext>
              </a:extLst>
            </p:cNvPr>
            <p:cNvSpPr/>
            <p:nvPr userDrawn="1"/>
          </p:nvSpPr>
          <p:spPr>
            <a:xfrm flipH="1" flipV="1">
              <a:off x="10381111" y="210723"/>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18" name="Freeform 6">
              <a:extLst>
                <a:ext uri="{FF2B5EF4-FFF2-40B4-BE49-F238E27FC236}">
                  <a16:creationId xmlns:a16="http://schemas.microsoft.com/office/drawing/2014/main" id="{222EFE2F-3EC5-B77A-4FEF-A18BE022799E}"/>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9" name="Freeform 6">
              <a:extLst>
                <a:ext uri="{FF2B5EF4-FFF2-40B4-BE49-F238E27FC236}">
                  <a16:creationId xmlns:a16="http://schemas.microsoft.com/office/drawing/2014/main" id="{836929CE-1082-8F3F-6C24-B9C74AB71FB5}"/>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grpSp>
      <p:grpSp>
        <p:nvGrpSpPr>
          <p:cNvPr id="20" name="Group 19">
            <a:extLst>
              <a:ext uri="{FF2B5EF4-FFF2-40B4-BE49-F238E27FC236}">
                <a16:creationId xmlns:a16="http://schemas.microsoft.com/office/drawing/2014/main" id="{CE3DACBA-A4AA-DA9D-A98F-22382DFD4CDB}"/>
              </a:ext>
            </a:extLst>
          </p:cNvPr>
          <p:cNvGrpSpPr/>
          <p:nvPr userDrawn="1"/>
        </p:nvGrpSpPr>
        <p:grpSpPr>
          <a:xfrm>
            <a:off x="2555190" y="5958082"/>
            <a:ext cx="9438030" cy="716282"/>
            <a:chOff x="2555190" y="5958082"/>
            <a:chExt cx="9438030" cy="716282"/>
          </a:xfrm>
        </p:grpSpPr>
        <p:sp>
          <p:nvSpPr>
            <p:cNvPr id="21" name="Freeform 9">
              <a:extLst>
                <a:ext uri="{FF2B5EF4-FFF2-40B4-BE49-F238E27FC236}">
                  <a16:creationId xmlns:a16="http://schemas.microsoft.com/office/drawing/2014/main" id="{4D269BE0-44EB-B128-99B5-BB87E64C02D2}"/>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29" name="Straight Connector 28">
              <a:extLst>
                <a:ext uri="{FF2B5EF4-FFF2-40B4-BE49-F238E27FC236}">
                  <a16:creationId xmlns:a16="http://schemas.microsoft.com/office/drawing/2014/main" id="{8A6D4F1F-B417-5D53-B0AB-4C09B2A4C221}"/>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6CD6B75-6F0E-028B-16C7-AA999CF1BE3B}"/>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36" name="TextBox 35">
            <a:extLst>
              <a:ext uri="{FF2B5EF4-FFF2-40B4-BE49-F238E27FC236}">
                <a16:creationId xmlns:a16="http://schemas.microsoft.com/office/drawing/2014/main" id="{66561496-ED07-FDAF-445E-69B26494CF01}"/>
              </a:ext>
            </a:extLst>
          </p:cNvPr>
          <p:cNvSpPr txBox="1"/>
          <p:nvPr userDrawn="1"/>
        </p:nvSpPr>
        <p:spPr>
          <a:xfrm>
            <a:off x="1623728" y="2355354"/>
            <a:ext cx="3989672" cy="707886"/>
          </a:xfrm>
          <a:prstGeom prst="rect">
            <a:avLst/>
          </a:prstGeom>
          <a:noFill/>
        </p:spPr>
        <p:txBody>
          <a:bodyPr wrap="square" rtlCol="0">
            <a:spAutoFit/>
          </a:bodyPr>
          <a:lstStyle/>
          <a:p>
            <a:r>
              <a:rPr lang="it-IT" sz="4000" b="1"/>
              <a:t>Thank </a:t>
            </a:r>
            <a:r>
              <a:rPr lang="it-IT" sz="4000" b="1" err="1"/>
              <a:t>you</a:t>
            </a:r>
            <a:r>
              <a:rPr lang="it-IT" sz="4000" b="1"/>
              <a:t>!</a:t>
            </a:r>
          </a:p>
        </p:txBody>
      </p:sp>
      <p:sp>
        <p:nvSpPr>
          <p:cNvPr id="37" name="TextBox 36">
            <a:extLst>
              <a:ext uri="{FF2B5EF4-FFF2-40B4-BE49-F238E27FC236}">
                <a16:creationId xmlns:a16="http://schemas.microsoft.com/office/drawing/2014/main" id="{FD97052A-91FE-C110-6961-519DED43AB72}"/>
              </a:ext>
            </a:extLst>
          </p:cNvPr>
          <p:cNvSpPr txBox="1"/>
          <p:nvPr userDrawn="1"/>
        </p:nvSpPr>
        <p:spPr>
          <a:xfrm>
            <a:off x="1623727" y="3066554"/>
            <a:ext cx="8469427" cy="400110"/>
          </a:xfrm>
          <a:prstGeom prst="rect">
            <a:avLst/>
          </a:prstGeom>
          <a:noFill/>
        </p:spPr>
        <p:txBody>
          <a:bodyPr wrap="square" rtlCol="0">
            <a:spAutoFit/>
          </a:bodyPr>
          <a:lstStyle/>
          <a:p>
            <a:r>
              <a:rPr lang="it-IT" sz="2000" b="0" i="0">
                <a:latin typeface="Poppins ExtraLight" pitchFamily="2" charset="77"/>
                <a:cs typeface="Poppins ExtraLight" pitchFamily="2" charset="77"/>
              </a:rPr>
              <a:t>Follow the </a:t>
            </a:r>
            <a:r>
              <a:rPr lang="it-IT" sz="2000" b="0" i="0" err="1">
                <a:latin typeface="Poppins ExtraLight" pitchFamily="2" charset="77"/>
                <a:cs typeface="Poppins ExtraLight" pitchFamily="2" charset="77"/>
              </a:rPr>
              <a:t>SpaceSUITE</a:t>
            </a:r>
            <a:r>
              <a:rPr lang="it-IT" sz="2000" b="0" i="0">
                <a:latin typeface="Poppins ExtraLight" pitchFamily="2" charset="77"/>
                <a:cs typeface="Poppins ExtraLight" pitchFamily="2" charset="77"/>
              </a:rPr>
              <a:t> Project on:</a:t>
            </a:r>
          </a:p>
        </p:txBody>
      </p:sp>
      <p:sp>
        <p:nvSpPr>
          <p:cNvPr id="42" name="TextBox 41">
            <a:extLst>
              <a:ext uri="{FF2B5EF4-FFF2-40B4-BE49-F238E27FC236}">
                <a16:creationId xmlns:a16="http://schemas.microsoft.com/office/drawing/2014/main" id="{21F2B2F8-AE07-F86B-0987-5AA2EB82D083}"/>
              </a:ext>
            </a:extLst>
          </p:cNvPr>
          <p:cNvSpPr txBox="1"/>
          <p:nvPr userDrawn="1"/>
        </p:nvSpPr>
        <p:spPr>
          <a:xfrm>
            <a:off x="6680656" y="4117045"/>
            <a:ext cx="3606800" cy="307777"/>
          </a:xfrm>
          <a:prstGeom prst="rect">
            <a:avLst/>
          </a:prstGeom>
          <a:noFill/>
        </p:spPr>
        <p:txBody>
          <a:bodyPr wrap="square" rtlCol="0">
            <a:spAutoFit/>
          </a:bodyPr>
          <a:lstStyle/>
          <a:p>
            <a:r>
              <a:rPr lang="en-GB" sz="1400" b="0" i="0">
                <a:solidFill>
                  <a:srgbClr val="0E145D"/>
                </a:solidFill>
                <a:effectLst/>
                <a:latin typeface="+mj-lt"/>
              </a:rPr>
              <a:t>@</a:t>
            </a:r>
            <a:r>
              <a:rPr lang="en-GB" sz="1400" b="0" i="0" err="1">
                <a:solidFill>
                  <a:srgbClr val="0E145D"/>
                </a:solidFill>
                <a:effectLst/>
                <a:latin typeface="+mj-lt"/>
              </a:rPr>
              <a:t>Spacesuite_eu</a:t>
            </a:r>
            <a:endParaRPr lang="en-GB" sz="1400">
              <a:solidFill>
                <a:srgbClr val="0E145D"/>
              </a:solidFill>
              <a:effectLst/>
              <a:latin typeface="+mj-lt"/>
            </a:endParaRPr>
          </a:p>
        </p:txBody>
      </p:sp>
      <p:pic>
        <p:nvPicPr>
          <p:cNvPr id="44" name="Picture 43" descr="A blue and black logo&#10;&#10;Description automatically generated">
            <a:extLst>
              <a:ext uri="{FF2B5EF4-FFF2-40B4-BE49-F238E27FC236}">
                <a16:creationId xmlns:a16="http://schemas.microsoft.com/office/drawing/2014/main" id="{9D93DE39-A410-6074-02C9-1E9A5143040A}"/>
              </a:ext>
            </a:extLst>
          </p:cNvPr>
          <p:cNvPicPr>
            <a:picLocks noChangeAspect="1"/>
          </p:cNvPicPr>
          <p:nvPr userDrawn="1"/>
        </p:nvPicPr>
        <p:blipFill>
          <a:blip r:embed="rId4"/>
          <a:stretch>
            <a:fillRect/>
          </a:stretch>
        </p:blipFill>
        <p:spPr>
          <a:xfrm>
            <a:off x="6277946" y="4108132"/>
            <a:ext cx="328569" cy="313981"/>
          </a:xfrm>
          <a:prstGeom prst="rect">
            <a:avLst/>
          </a:prstGeom>
        </p:spPr>
      </p:pic>
      <p:sp>
        <p:nvSpPr>
          <p:cNvPr id="41" name="TextBox 40">
            <a:extLst>
              <a:ext uri="{FF2B5EF4-FFF2-40B4-BE49-F238E27FC236}">
                <a16:creationId xmlns:a16="http://schemas.microsoft.com/office/drawing/2014/main" id="{EF86EC63-7666-A386-0C44-C055066A1123}"/>
              </a:ext>
            </a:extLst>
          </p:cNvPr>
          <p:cNvSpPr txBox="1"/>
          <p:nvPr userDrawn="1"/>
        </p:nvSpPr>
        <p:spPr>
          <a:xfrm>
            <a:off x="6680656" y="3594804"/>
            <a:ext cx="3606800" cy="307777"/>
          </a:xfrm>
          <a:prstGeom prst="rect">
            <a:avLst/>
          </a:prstGeom>
          <a:noFill/>
        </p:spPr>
        <p:txBody>
          <a:bodyPr wrap="square" rtlCol="0">
            <a:spAutoFit/>
          </a:bodyPr>
          <a:lstStyle/>
          <a:p>
            <a:r>
              <a:rPr lang="en-GB" sz="1400" b="0" i="0">
                <a:solidFill>
                  <a:srgbClr val="0E145D"/>
                </a:solidFill>
                <a:effectLst/>
                <a:latin typeface="+mj-lt"/>
              </a:rPr>
              <a:t>@</a:t>
            </a:r>
            <a:r>
              <a:rPr lang="en-GB" sz="1400" b="0" i="0" err="1">
                <a:solidFill>
                  <a:srgbClr val="0E145D"/>
                </a:solidFill>
                <a:effectLst/>
                <a:latin typeface="+mj-lt"/>
              </a:rPr>
              <a:t>Spacesuiteproject</a:t>
            </a:r>
            <a:endParaRPr lang="en-GB" sz="1400">
              <a:solidFill>
                <a:srgbClr val="0E145D"/>
              </a:solidFill>
              <a:effectLst/>
              <a:latin typeface="+mj-lt"/>
            </a:endParaRPr>
          </a:p>
        </p:txBody>
      </p:sp>
      <p:pic>
        <p:nvPicPr>
          <p:cNvPr id="47" name="Picture 46" descr="A blue cross on a black background&#10;&#10;Description automatically generated">
            <a:extLst>
              <a:ext uri="{FF2B5EF4-FFF2-40B4-BE49-F238E27FC236}">
                <a16:creationId xmlns:a16="http://schemas.microsoft.com/office/drawing/2014/main" id="{85E18086-39CA-71E7-4C96-83FB09646F5E}"/>
              </a:ext>
            </a:extLst>
          </p:cNvPr>
          <p:cNvPicPr>
            <a:picLocks noChangeAspect="1"/>
          </p:cNvPicPr>
          <p:nvPr userDrawn="1"/>
        </p:nvPicPr>
        <p:blipFill>
          <a:blip r:embed="rId5"/>
          <a:stretch>
            <a:fillRect/>
          </a:stretch>
        </p:blipFill>
        <p:spPr>
          <a:xfrm>
            <a:off x="6359659" y="3597969"/>
            <a:ext cx="159534" cy="307269"/>
          </a:xfrm>
          <a:prstGeom prst="rect">
            <a:avLst/>
          </a:prstGeom>
        </p:spPr>
      </p:pic>
      <p:sp>
        <p:nvSpPr>
          <p:cNvPr id="39" name="TextBox 38">
            <a:extLst>
              <a:ext uri="{FF2B5EF4-FFF2-40B4-BE49-F238E27FC236}">
                <a16:creationId xmlns:a16="http://schemas.microsoft.com/office/drawing/2014/main" id="{5BA10B64-0CA2-AA36-4B59-5FE475135EA4}"/>
              </a:ext>
            </a:extLst>
          </p:cNvPr>
          <p:cNvSpPr txBox="1"/>
          <p:nvPr userDrawn="1"/>
        </p:nvSpPr>
        <p:spPr>
          <a:xfrm>
            <a:off x="6680656" y="3066554"/>
            <a:ext cx="3606800" cy="307777"/>
          </a:xfrm>
          <a:prstGeom prst="rect">
            <a:avLst/>
          </a:prstGeom>
          <a:noFill/>
        </p:spPr>
        <p:txBody>
          <a:bodyPr wrap="square" rtlCol="0">
            <a:spAutoFit/>
          </a:bodyPr>
          <a:lstStyle/>
          <a:p>
            <a:r>
              <a:rPr lang="en-GB" sz="1400" b="0" i="0">
                <a:solidFill>
                  <a:srgbClr val="0E145D"/>
                </a:solidFill>
                <a:effectLst/>
                <a:latin typeface="+mj-lt"/>
              </a:rPr>
              <a:t>@</a:t>
            </a:r>
            <a:r>
              <a:rPr lang="en-GB" sz="1400" b="0" i="0" err="1">
                <a:solidFill>
                  <a:srgbClr val="0E145D"/>
                </a:solidFill>
                <a:effectLst/>
                <a:latin typeface="+mj-lt"/>
              </a:rPr>
              <a:t>SpaceSUITE_eu</a:t>
            </a:r>
            <a:endParaRPr lang="en-GB" sz="1400">
              <a:solidFill>
                <a:srgbClr val="0E145D"/>
              </a:solidFill>
              <a:effectLst/>
              <a:latin typeface="+mj-lt"/>
            </a:endParaRPr>
          </a:p>
        </p:txBody>
      </p:sp>
      <p:pic>
        <p:nvPicPr>
          <p:cNvPr id="49" name="Picture 48" descr="A blue x on a black background&#10;&#10;Description automatically generated">
            <a:extLst>
              <a:ext uri="{FF2B5EF4-FFF2-40B4-BE49-F238E27FC236}">
                <a16:creationId xmlns:a16="http://schemas.microsoft.com/office/drawing/2014/main" id="{947F6496-E0C2-9CA3-FEC0-BC541136B746}"/>
              </a:ext>
            </a:extLst>
          </p:cNvPr>
          <p:cNvPicPr>
            <a:picLocks noChangeAspect="1"/>
          </p:cNvPicPr>
          <p:nvPr userDrawn="1"/>
        </p:nvPicPr>
        <p:blipFill>
          <a:blip r:embed="rId6"/>
          <a:stretch>
            <a:fillRect/>
          </a:stretch>
        </p:blipFill>
        <p:spPr>
          <a:xfrm>
            <a:off x="6275141" y="3069875"/>
            <a:ext cx="328569" cy="307562"/>
          </a:xfrm>
          <a:prstGeom prst="rect">
            <a:avLst/>
          </a:prstGeom>
        </p:spPr>
      </p:pic>
      <p:sp>
        <p:nvSpPr>
          <p:cNvPr id="51" name="TextBox 50">
            <a:hlinkClick r:id="rId7"/>
            <a:extLst>
              <a:ext uri="{FF2B5EF4-FFF2-40B4-BE49-F238E27FC236}">
                <a16:creationId xmlns:a16="http://schemas.microsoft.com/office/drawing/2014/main" id="{D91F6A90-EE14-1F89-CB04-2D6BC061A7F7}"/>
              </a:ext>
            </a:extLst>
          </p:cNvPr>
          <p:cNvSpPr txBox="1"/>
          <p:nvPr userDrawn="1"/>
        </p:nvSpPr>
        <p:spPr>
          <a:xfrm>
            <a:off x="1554715" y="4650305"/>
            <a:ext cx="8469427" cy="400110"/>
          </a:xfrm>
          <a:prstGeom prst="rect">
            <a:avLst/>
          </a:prstGeom>
          <a:noFill/>
        </p:spPr>
        <p:txBody>
          <a:bodyPr wrap="square" rtlCol="0">
            <a:spAutoFit/>
          </a:bodyPr>
          <a:lstStyle/>
          <a:p>
            <a:r>
              <a:rPr lang="it-IT" sz="2000" b="0" i="0">
                <a:latin typeface="Poppins ExtraLight" pitchFamily="2" charset="77"/>
                <a:cs typeface="Poppins ExtraLight" pitchFamily="2" charset="77"/>
              </a:rPr>
              <a:t>For more information:                           </a:t>
            </a:r>
            <a:r>
              <a:rPr lang="it-IT" sz="2000" b="0" err="1"/>
              <a:t>www.spacesuite-project.eu</a:t>
            </a:r>
            <a:endParaRPr lang="it-IT" sz="2000" b="0"/>
          </a:p>
        </p:txBody>
      </p:sp>
    </p:spTree>
    <p:extLst>
      <p:ext uri="{BB962C8B-B14F-4D97-AF65-F5344CB8AC3E}">
        <p14:creationId xmlns:p14="http://schemas.microsoft.com/office/powerpoint/2010/main" val="42303849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losing Slide_Blue Background">
    <p:bg>
      <p:bgPr>
        <a:solidFill>
          <a:schemeClr val="tx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BDEA0543-19E2-4029-3D4A-0F4A26A2C60F}"/>
              </a:ext>
            </a:extLst>
          </p:cNvPr>
          <p:cNvGrpSpPr/>
          <p:nvPr userDrawn="1"/>
        </p:nvGrpSpPr>
        <p:grpSpPr>
          <a:xfrm rot="10800000">
            <a:off x="9468640" y="-1138910"/>
            <a:ext cx="3511597" cy="5806731"/>
            <a:chOff x="-1043880" y="1901286"/>
            <a:chExt cx="3511597" cy="5806731"/>
          </a:xfrm>
        </p:grpSpPr>
        <p:sp>
          <p:nvSpPr>
            <p:cNvPr id="12" name="AutoShape 11">
              <a:extLst>
                <a:ext uri="{FF2B5EF4-FFF2-40B4-BE49-F238E27FC236}">
                  <a16:creationId xmlns:a16="http://schemas.microsoft.com/office/drawing/2014/main" id="{DDA0C904-C428-6D88-BF49-06E82AA78BDC}"/>
                </a:ext>
              </a:extLst>
            </p:cNvPr>
            <p:cNvSpPr/>
            <p:nvPr userDrawn="1"/>
          </p:nvSpPr>
          <p:spPr>
            <a:xfrm flipH="1" flipV="1">
              <a:off x="273284" y="3349339"/>
              <a:ext cx="1931546" cy="1597424"/>
            </a:xfrm>
            <a:prstGeom prst="line">
              <a:avLst/>
            </a:prstGeom>
            <a:ln w="142875" cap="flat">
              <a:solidFill>
                <a:schemeClr val="bg1"/>
              </a:solidFill>
              <a:prstDash val="solid"/>
              <a:headEnd type="none" w="sm" len="sm"/>
              <a:tailEnd type="none" w="sm" len="sm"/>
            </a:ln>
          </p:spPr>
          <p:txBody>
            <a:bodyPr/>
            <a:lstStyle/>
            <a:p>
              <a:endParaRPr lang="it-IT"/>
            </a:p>
          </p:txBody>
        </p:sp>
        <p:sp>
          <p:nvSpPr>
            <p:cNvPr id="13" name="AutoShape 12">
              <a:extLst>
                <a:ext uri="{FF2B5EF4-FFF2-40B4-BE49-F238E27FC236}">
                  <a16:creationId xmlns:a16="http://schemas.microsoft.com/office/drawing/2014/main" id="{368E5200-4103-E43E-9484-EF5782374B93}"/>
                </a:ext>
              </a:extLst>
            </p:cNvPr>
            <p:cNvSpPr/>
            <p:nvPr userDrawn="1"/>
          </p:nvSpPr>
          <p:spPr>
            <a:xfrm flipV="1">
              <a:off x="1428046" y="4993684"/>
              <a:ext cx="415156" cy="1514123"/>
            </a:xfrm>
            <a:prstGeom prst="line">
              <a:avLst/>
            </a:prstGeom>
            <a:ln w="142875" cap="flat">
              <a:solidFill>
                <a:schemeClr val="bg1"/>
              </a:solidFill>
              <a:prstDash val="solid"/>
              <a:headEnd type="none" w="sm" len="sm"/>
              <a:tailEnd type="none" w="sm" len="sm"/>
            </a:ln>
          </p:spPr>
          <p:txBody>
            <a:bodyPr/>
            <a:lstStyle/>
            <a:p>
              <a:endParaRPr lang="it-IT"/>
            </a:p>
          </p:txBody>
        </p:sp>
        <p:sp>
          <p:nvSpPr>
            <p:cNvPr id="14" name="Freeform 6">
              <a:extLst>
                <a:ext uri="{FF2B5EF4-FFF2-40B4-BE49-F238E27FC236}">
                  <a16:creationId xmlns:a16="http://schemas.microsoft.com/office/drawing/2014/main" id="{2E2F0C67-CAB8-1DE9-D405-E967A8283938}"/>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Freeform 6">
              <a:extLst>
                <a:ext uri="{FF2B5EF4-FFF2-40B4-BE49-F238E27FC236}">
                  <a16:creationId xmlns:a16="http://schemas.microsoft.com/office/drawing/2014/main" id="{4B4EA801-2BCF-483E-74E0-67ED215E3FCA}"/>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Freeform 6">
              <a:extLst>
                <a:ext uri="{FF2B5EF4-FFF2-40B4-BE49-F238E27FC236}">
                  <a16:creationId xmlns:a16="http://schemas.microsoft.com/office/drawing/2014/main" id="{7DAD4751-6DD9-4BB9-702B-98C42D272C7B}"/>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grpSp>
      <p:grpSp>
        <p:nvGrpSpPr>
          <p:cNvPr id="35" name="Group 34">
            <a:extLst>
              <a:ext uri="{FF2B5EF4-FFF2-40B4-BE49-F238E27FC236}">
                <a16:creationId xmlns:a16="http://schemas.microsoft.com/office/drawing/2014/main" id="{D0CAE36E-D1F6-B055-694E-3749DE7320BD}"/>
              </a:ext>
            </a:extLst>
          </p:cNvPr>
          <p:cNvGrpSpPr/>
          <p:nvPr userDrawn="1"/>
        </p:nvGrpSpPr>
        <p:grpSpPr>
          <a:xfrm rot="10800000">
            <a:off x="-570705" y="4667821"/>
            <a:ext cx="3165373" cy="2927471"/>
            <a:chOff x="9410171" y="-775652"/>
            <a:chExt cx="3165373" cy="2927471"/>
          </a:xfrm>
        </p:grpSpPr>
        <p:sp>
          <p:nvSpPr>
            <p:cNvPr id="17" name="AutoShape 11">
              <a:extLst>
                <a:ext uri="{FF2B5EF4-FFF2-40B4-BE49-F238E27FC236}">
                  <a16:creationId xmlns:a16="http://schemas.microsoft.com/office/drawing/2014/main" id="{0FCB4AF6-CC92-93AE-F972-AAA8C470EFB3}"/>
                </a:ext>
              </a:extLst>
            </p:cNvPr>
            <p:cNvSpPr/>
            <p:nvPr userDrawn="1"/>
          </p:nvSpPr>
          <p:spPr>
            <a:xfrm flipH="1" flipV="1">
              <a:off x="10381111" y="210723"/>
              <a:ext cx="1931546" cy="1597424"/>
            </a:xfrm>
            <a:prstGeom prst="line">
              <a:avLst/>
            </a:prstGeom>
            <a:ln w="142875" cap="flat">
              <a:solidFill>
                <a:schemeClr val="bg1"/>
              </a:solidFill>
              <a:prstDash val="solid"/>
              <a:headEnd type="none" w="sm" len="sm"/>
              <a:tailEnd type="none" w="sm" len="sm"/>
            </a:ln>
          </p:spPr>
          <p:txBody>
            <a:bodyPr/>
            <a:lstStyle/>
            <a:p>
              <a:endParaRPr lang="it-IT"/>
            </a:p>
          </p:txBody>
        </p:sp>
        <p:sp>
          <p:nvSpPr>
            <p:cNvPr id="18" name="Freeform 6">
              <a:extLst>
                <a:ext uri="{FF2B5EF4-FFF2-40B4-BE49-F238E27FC236}">
                  <a16:creationId xmlns:a16="http://schemas.microsoft.com/office/drawing/2014/main" id="{222EFE2F-3EC5-B77A-4FEF-A18BE022799E}"/>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9" name="Freeform 6">
              <a:extLst>
                <a:ext uri="{FF2B5EF4-FFF2-40B4-BE49-F238E27FC236}">
                  <a16:creationId xmlns:a16="http://schemas.microsoft.com/office/drawing/2014/main" id="{836929CE-1082-8F3F-6C24-B9C74AB71FB5}"/>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grpSp>
      <p:sp>
        <p:nvSpPr>
          <p:cNvPr id="36" name="TextBox 35">
            <a:extLst>
              <a:ext uri="{FF2B5EF4-FFF2-40B4-BE49-F238E27FC236}">
                <a16:creationId xmlns:a16="http://schemas.microsoft.com/office/drawing/2014/main" id="{66561496-ED07-FDAF-445E-69B26494CF01}"/>
              </a:ext>
            </a:extLst>
          </p:cNvPr>
          <p:cNvSpPr txBox="1"/>
          <p:nvPr userDrawn="1"/>
        </p:nvSpPr>
        <p:spPr>
          <a:xfrm>
            <a:off x="1623728" y="2355354"/>
            <a:ext cx="3989672" cy="707886"/>
          </a:xfrm>
          <a:prstGeom prst="rect">
            <a:avLst/>
          </a:prstGeom>
          <a:noFill/>
        </p:spPr>
        <p:txBody>
          <a:bodyPr wrap="square" rtlCol="0">
            <a:spAutoFit/>
          </a:bodyPr>
          <a:lstStyle/>
          <a:p>
            <a:r>
              <a:rPr lang="it-IT" sz="4000" b="1">
                <a:solidFill>
                  <a:schemeClr val="bg1"/>
                </a:solidFill>
              </a:rPr>
              <a:t>Thank </a:t>
            </a:r>
            <a:r>
              <a:rPr lang="it-IT" sz="4000" b="1" err="1">
                <a:solidFill>
                  <a:schemeClr val="bg1"/>
                </a:solidFill>
              </a:rPr>
              <a:t>you</a:t>
            </a:r>
            <a:r>
              <a:rPr lang="it-IT" sz="4000" b="1">
                <a:solidFill>
                  <a:schemeClr val="bg1"/>
                </a:solidFill>
              </a:rPr>
              <a:t>!</a:t>
            </a:r>
          </a:p>
        </p:txBody>
      </p:sp>
      <p:sp>
        <p:nvSpPr>
          <p:cNvPr id="37" name="TextBox 36">
            <a:extLst>
              <a:ext uri="{FF2B5EF4-FFF2-40B4-BE49-F238E27FC236}">
                <a16:creationId xmlns:a16="http://schemas.microsoft.com/office/drawing/2014/main" id="{FD97052A-91FE-C110-6961-519DED43AB72}"/>
              </a:ext>
            </a:extLst>
          </p:cNvPr>
          <p:cNvSpPr txBox="1"/>
          <p:nvPr userDrawn="1"/>
        </p:nvSpPr>
        <p:spPr>
          <a:xfrm>
            <a:off x="1623727" y="3066554"/>
            <a:ext cx="8469427" cy="400110"/>
          </a:xfrm>
          <a:prstGeom prst="rect">
            <a:avLst/>
          </a:prstGeom>
          <a:noFill/>
        </p:spPr>
        <p:txBody>
          <a:bodyPr wrap="square" rtlCol="0">
            <a:spAutoFit/>
          </a:bodyPr>
          <a:lstStyle/>
          <a:p>
            <a:r>
              <a:rPr lang="it-IT" sz="2000" b="0" i="0">
                <a:solidFill>
                  <a:schemeClr val="bg1"/>
                </a:solidFill>
                <a:latin typeface="Poppins ExtraLight" pitchFamily="2" charset="77"/>
                <a:cs typeface="Poppins ExtraLight" pitchFamily="2" charset="77"/>
              </a:rPr>
              <a:t>Follow the </a:t>
            </a:r>
            <a:r>
              <a:rPr lang="it-IT" sz="2000" b="0" i="0" err="1">
                <a:solidFill>
                  <a:schemeClr val="bg1"/>
                </a:solidFill>
                <a:latin typeface="Poppins ExtraLight" pitchFamily="2" charset="77"/>
                <a:cs typeface="Poppins ExtraLight" pitchFamily="2" charset="77"/>
              </a:rPr>
              <a:t>SpaceSUITE</a:t>
            </a:r>
            <a:r>
              <a:rPr lang="it-IT" sz="2000" b="0" i="0">
                <a:solidFill>
                  <a:schemeClr val="bg1"/>
                </a:solidFill>
                <a:latin typeface="Poppins ExtraLight" pitchFamily="2" charset="77"/>
                <a:cs typeface="Poppins ExtraLight" pitchFamily="2" charset="77"/>
              </a:rPr>
              <a:t> Project on:</a:t>
            </a:r>
          </a:p>
        </p:txBody>
      </p:sp>
      <p:sp>
        <p:nvSpPr>
          <p:cNvPr id="39" name="TextBox 38">
            <a:extLst>
              <a:ext uri="{FF2B5EF4-FFF2-40B4-BE49-F238E27FC236}">
                <a16:creationId xmlns:a16="http://schemas.microsoft.com/office/drawing/2014/main" id="{5BA10B64-0CA2-AA36-4B59-5FE475135EA4}"/>
              </a:ext>
            </a:extLst>
          </p:cNvPr>
          <p:cNvSpPr txBox="1"/>
          <p:nvPr userDrawn="1"/>
        </p:nvSpPr>
        <p:spPr>
          <a:xfrm>
            <a:off x="6680656" y="3066554"/>
            <a:ext cx="3606800" cy="307777"/>
          </a:xfrm>
          <a:prstGeom prst="rect">
            <a:avLst/>
          </a:prstGeom>
          <a:noFill/>
        </p:spPr>
        <p:txBody>
          <a:bodyPr wrap="square" rtlCol="0">
            <a:spAutoFit/>
          </a:bodyPr>
          <a:lstStyle/>
          <a:p>
            <a:r>
              <a:rPr lang="en-GB" sz="1400" b="0" i="0">
                <a:solidFill>
                  <a:schemeClr val="bg1"/>
                </a:solidFill>
                <a:effectLst/>
                <a:latin typeface="+mj-lt"/>
              </a:rPr>
              <a:t>@</a:t>
            </a:r>
            <a:r>
              <a:rPr lang="en-GB" sz="1400" b="0" i="0" err="1">
                <a:solidFill>
                  <a:schemeClr val="bg1"/>
                </a:solidFill>
                <a:effectLst/>
                <a:latin typeface="+mj-lt"/>
              </a:rPr>
              <a:t>SpaceSUITE_eu</a:t>
            </a:r>
            <a:endParaRPr lang="en-GB" sz="1400">
              <a:solidFill>
                <a:schemeClr val="bg1"/>
              </a:solidFill>
              <a:effectLst/>
              <a:latin typeface="+mj-lt"/>
            </a:endParaRPr>
          </a:p>
        </p:txBody>
      </p:sp>
      <p:sp>
        <p:nvSpPr>
          <p:cNvPr id="41" name="TextBox 40">
            <a:extLst>
              <a:ext uri="{FF2B5EF4-FFF2-40B4-BE49-F238E27FC236}">
                <a16:creationId xmlns:a16="http://schemas.microsoft.com/office/drawing/2014/main" id="{EF86EC63-7666-A386-0C44-C055066A1123}"/>
              </a:ext>
            </a:extLst>
          </p:cNvPr>
          <p:cNvSpPr txBox="1"/>
          <p:nvPr userDrawn="1"/>
        </p:nvSpPr>
        <p:spPr>
          <a:xfrm>
            <a:off x="6680656" y="3594804"/>
            <a:ext cx="3606800" cy="307777"/>
          </a:xfrm>
          <a:prstGeom prst="rect">
            <a:avLst/>
          </a:prstGeom>
          <a:noFill/>
        </p:spPr>
        <p:txBody>
          <a:bodyPr wrap="square" rtlCol="0">
            <a:spAutoFit/>
          </a:bodyPr>
          <a:lstStyle/>
          <a:p>
            <a:r>
              <a:rPr lang="en-GB" sz="1400" b="0" i="0">
                <a:solidFill>
                  <a:schemeClr val="bg1"/>
                </a:solidFill>
                <a:effectLst/>
                <a:latin typeface="+mj-lt"/>
              </a:rPr>
              <a:t>@</a:t>
            </a:r>
            <a:r>
              <a:rPr lang="en-GB" sz="1400" b="0" i="0" err="1">
                <a:solidFill>
                  <a:schemeClr val="bg1"/>
                </a:solidFill>
                <a:effectLst/>
                <a:latin typeface="+mj-lt"/>
              </a:rPr>
              <a:t>Spacesuiteproject</a:t>
            </a:r>
            <a:endParaRPr lang="en-GB" sz="1400">
              <a:solidFill>
                <a:schemeClr val="bg1"/>
              </a:solidFill>
              <a:effectLst/>
              <a:latin typeface="+mj-lt"/>
            </a:endParaRPr>
          </a:p>
        </p:txBody>
      </p:sp>
      <p:sp>
        <p:nvSpPr>
          <p:cNvPr id="42" name="TextBox 41">
            <a:extLst>
              <a:ext uri="{FF2B5EF4-FFF2-40B4-BE49-F238E27FC236}">
                <a16:creationId xmlns:a16="http://schemas.microsoft.com/office/drawing/2014/main" id="{21F2B2F8-AE07-F86B-0987-5AA2EB82D083}"/>
              </a:ext>
            </a:extLst>
          </p:cNvPr>
          <p:cNvSpPr txBox="1"/>
          <p:nvPr userDrawn="1"/>
        </p:nvSpPr>
        <p:spPr>
          <a:xfrm>
            <a:off x="6680656" y="4117045"/>
            <a:ext cx="3606800" cy="307777"/>
          </a:xfrm>
          <a:prstGeom prst="rect">
            <a:avLst/>
          </a:prstGeom>
          <a:noFill/>
        </p:spPr>
        <p:txBody>
          <a:bodyPr wrap="square" rtlCol="0">
            <a:spAutoFit/>
          </a:bodyPr>
          <a:lstStyle/>
          <a:p>
            <a:r>
              <a:rPr lang="en-GB" sz="1400" b="0" i="0">
                <a:solidFill>
                  <a:schemeClr val="bg1"/>
                </a:solidFill>
                <a:effectLst/>
                <a:latin typeface="+mj-lt"/>
              </a:rPr>
              <a:t>@</a:t>
            </a:r>
            <a:r>
              <a:rPr lang="en-GB" sz="1400" b="0" i="0" err="1">
                <a:solidFill>
                  <a:schemeClr val="bg1"/>
                </a:solidFill>
                <a:effectLst/>
                <a:latin typeface="+mj-lt"/>
              </a:rPr>
              <a:t>Spacesuite_eu</a:t>
            </a:r>
            <a:endParaRPr lang="en-GB" sz="1400">
              <a:solidFill>
                <a:schemeClr val="bg1"/>
              </a:solidFill>
              <a:effectLst/>
              <a:latin typeface="+mj-lt"/>
            </a:endParaRPr>
          </a:p>
        </p:txBody>
      </p:sp>
      <p:pic>
        <p:nvPicPr>
          <p:cNvPr id="44" name="Picture 43">
            <a:extLst>
              <a:ext uri="{FF2B5EF4-FFF2-40B4-BE49-F238E27FC236}">
                <a16:creationId xmlns:a16="http://schemas.microsoft.com/office/drawing/2014/main" id="{9D93DE39-A410-6074-02C9-1E9A5143040A}"/>
              </a:ext>
            </a:extLst>
          </p:cNvPr>
          <p:cNvPicPr>
            <a:picLocks noChangeAspect="1"/>
          </p:cNvPicPr>
          <p:nvPr userDrawn="1"/>
        </p:nvPicPr>
        <p:blipFill>
          <a:blip r:embed="rId2"/>
          <a:srcRect/>
          <a:stretch/>
        </p:blipFill>
        <p:spPr>
          <a:xfrm>
            <a:off x="6277946" y="4108132"/>
            <a:ext cx="328569" cy="313980"/>
          </a:xfrm>
          <a:prstGeom prst="rect">
            <a:avLst/>
          </a:prstGeom>
          <a:solidFill>
            <a:schemeClr val="tx1"/>
          </a:solidFill>
        </p:spPr>
      </p:pic>
      <p:pic>
        <p:nvPicPr>
          <p:cNvPr id="47" name="Picture 46">
            <a:extLst>
              <a:ext uri="{FF2B5EF4-FFF2-40B4-BE49-F238E27FC236}">
                <a16:creationId xmlns:a16="http://schemas.microsoft.com/office/drawing/2014/main" id="{85E18086-39CA-71E7-4C96-83FB09646F5E}"/>
              </a:ext>
            </a:extLst>
          </p:cNvPr>
          <p:cNvPicPr>
            <a:picLocks noChangeAspect="1"/>
          </p:cNvPicPr>
          <p:nvPr userDrawn="1"/>
        </p:nvPicPr>
        <p:blipFill>
          <a:blip r:embed="rId3"/>
          <a:srcRect/>
          <a:stretch/>
        </p:blipFill>
        <p:spPr>
          <a:xfrm>
            <a:off x="6359659" y="3597969"/>
            <a:ext cx="159534" cy="307268"/>
          </a:xfrm>
          <a:prstGeom prst="rect">
            <a:avLst/>
          </a:prstGeom>
          <a:solidFill>
            <a:schemeClr val="tx1"/>
          </a:solidFill>
        </p:spPr>
      </p:pic>
      <p:pic>
        <p:nvPicPr>
          <p:cNvPr id="49" name="Picture 48">
            <a:extLst>
              <a:ext uri="{FF2B5EF4-FFF2-40B4-BE49-F238E27FC236}">
                <a16:creationId xmlns:a16="http://schemas.microsoft.com/office/drawing/2014/main" id="{947F6496-E0C2-9CA3-FEC0-BC541136B746}"/>
              </a:ext>
            </a:extLst>
          </p:cNvPr>
          <p:cNvPicPr>
            <a:picLocks noChangeAspect="1"/>
          </p:cNvPicPr>
          <p:nvPr userDrawn="1"/>
        </p:nvPicPr>
        <p:blipFill>
          <a:blip r:embed="rId4"/>
          <a:srcRect/>
          <a:stretch/>
        </p:blipFill>
        <p:spPr>
          <a:xfrm>
            <a:off x="6275141" y="3069875"/>
            <a:ext cx="328569" cy="307561"/>
          </a:xfrm>
          <a:prstGeom prst="rect">
            <a:avLst/>
          </a:prstGeom>
          <a:solidFill>
            <a:schemeClr val="tx1"/>
          </a:solidFill>
        </p:spPr>
      </p:pic>
      <p:sp>
        <p:nvSpPr>
          <p:cNvPr id="51" name="TextBox 50">
            <a:hlinkClick r:id="rId5"/>
            <a:extLst>
              <a:ext uri="{FF2B5EF4-FFF2-40B4-BE49-F238E27FC236}">
                <a16:creationId xmlns:a16="http://schemas.microsoft.com/office/drawing/2014/main" id="{D91F6A90-EE14-1F89-CB04-2D6BC061A7F7}"/>
              </a:ext>
            </a:extLst>
          </p:cNvPr>
          <p:cNvSpPr txBox="1"/>
          <p:nvPr userDrawn="1"/>
        </p:nvSpPr>
        <p:spPr>
          <a:xfrm>
            <a:off x="1554715" y="4650305"/>
            <a:ext cx="8469427" cy="400110"/>
          </a:xfrm>
          <a:prstGeom prst="rect">
            <a:avLst/>
          </a:prstGeom>
          <a:noFill/>
        </p:spPr>
        <p:txBody>
          <a:bodyPr wrap="square" rtlCol="0">
            <a:spAutoFit/>
          </a:bodyPr>
          <a:lstStyle/>
          <a:p>
            <a:r>
              <a:rPr lang="it-IT" sz="2000" b="0" i="0">
                <a:solidFill>
                  <a:schemeClr val="bg1"/>
                </a:solidFill>
                <a:latin typeface="Poppins ExtraLight" pitchFamily="2" charset="77"/>
                <a:cs typeface="Poppins ExtraLight" pitchFamily="2" charset="77"/>
              </a:rPr>
              <a:t>For more information:                           </a:t>
            </a:r>
            <a:r>
              <a:rPr lang="it-IT" sz="2000" b="0" err="1">
                <a:solidFill>
                  <a:schemeClr val="bg1"/>
                </a:solidFill>
              </a:rPr>
              <a:t>www.spacesuite-project.eu</a:t>
            </a:r>
            <a:endParaRPr lang="it-IT" sz="2000" b="0">
              <a:solidFill>
                <a:schemeClr val="bg1"/>
              </a:solidFill>
            </a:endParaRPr>
          </a:p>
        </p:txBody>
      </p:sp>
      <p:pic>
        <p:nvPicPr>
          <p:cNvPr id="6" name="Picture 5" descr="A white text on a black background&#10;&#10;Description automatically generated">
            <a:extLst>
              <a:ext uri="{FF2B5EF4-FFF2-40B4-BE49-F238E27FC236}">
                <a16:creationId xmlns:a16="http://schemas.microsoft.com/office/drawing/2014/main" id="{F2E26682-C9DC-DCA2-4D2F-606039CCA864}"/>
              </a:ext>
            </a:extLst>
          </p:cNvPr>
          <p:cNvPicPr>
            <a:picLocks noChangeAspect="1"/>
          </p:cNvPicPr>
          <p:nvPr userDrawn="1"/>
        </p:nvPicPr>
        <p:blipFill>
          <a:blip r:embed="rId6"/>
          <a:stretch>
            <a:fillRect/>
          </a:stretch>
        </p:blipFill>
        <p:spPr>
          <a:xfrm>
            <a:off x="193775" y="184788"/>
            <a:ext cx="3550589" cy="870431"/>
          </a:xfrm>
          <a:prstGeom prst="rect">
            <a:avLst/>
          </a:prstGeom>
        </p:spPr>
      </p:pic>
      <p:grpSp>
        <p:nvGrpSpPr>
          <p:cNvPr id="7" name="Group 6">
            <a:extLst>
              <a:ext uri="{FF2B5EF4-FFF2-40B4-BE49-F238E27FC236}">
                <a16:creationId xmlns:a16="http://schemas.microsoft.com/office/drawing/2014/main" id="{D45EE33D-6BB4-9E47-DCEA-CFFE233362F5}"/>
              </a:ext>
            </a:extLst>
          </p:cNvPr>
          <p:cNvGrpSpPr/>
          <p:nvPr userDrawn="1"/>
        </p:nvGrpSpPr>
        <p:grpSpPr>
          <a:xfrm>
            <a:off x="2555190" y="5958082"/>
            <a:ext cx="9438031" cy="717889"/>
            <a:chOff x="2555190" y="5958082"/>
            <a:chExt cx="9438031" cy="717889"/>
          </a:xfrm>
        </p:grpSpPr>
        <p:pic>
          <p:nvPicPr>
            <p:cNvPr id="8" name="Picture 7" descr="A black and white flag with stars in a circle&#10;&#10;Description automatically generated">
              <a:extLst>
                <a:ext uri="{FF2B5EF4-FFF2-40B4-BE49-F238E27FC236}">
                  <a16:creationId xmlns:a16="http://schemas.microsoft.com/office/drawing/2014/main" id="{D5120FA4-6CA7-1A0E-C975-B21152CEA24E}"/>
                </a:ext>
              </a:extLst>
            </p:cNvPr>
            <p:cNvPicPr>
              <a:picLocks noChangeAspect="1"/>
            </p:cNvPicPr>
            <p:nvPr userDrawn="1"/>
          </p:nvPicPr>
          <p:blipFill>
            <a:blip r:embed="rId7"/>
            <a:stretch>
              <a:fillRect/>
            </a:stretch>
          </p:blipFill>
          <p:spPr>
            <a:xfrm>
              <a:off x="11313282" y="5958082"/>
              <a:ext cx="679939" cy="717889"/>
            </a:xfrm>
            <a:prstGeom prst="rect">
              <a:avLst/>
            </a:prstGeom>
          </p:spPr>
        </p:pic>
        <p:cxnSp>
          <p:nvCxnSpPr>
            <p:cNvPr id="9" name="Straight Connector 8">
              <a:extLst>
                <a:ext uri="{FF2B5EF4-FFF2-40B4-BE49-F238E27FC236}">
                  <a16:creationId xmlns:a16="http://schemas.microsoft.com/office/drawing/2014/main" id="{8E2C1D13-8542-444B-56F3-A541466B91B3}"/>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2D9EF78-F595-6AA6-7531-50225E9C2544}"/>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3211356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498553-0285-7943-542B-82D786F59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it-IT"/>
          </a:p>
        </p:txBody>
      </p:sp>
      <p:sp>
        <p:nvSpPr>
          <p:cNvPr id="3" name="Text Placeholder 2">
            <a:extLst>
              <a:ext uri="{FF2B5EF4-FFF2-40B4-BE49-F238E27FC236}">
                <a16:creationId xmlns:a16="http://schemas.microsoft.com/office/drawing/2014/main" id="{47308AA1-93C5-087B-2D37-02105FC65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14A02EC6-19D6-E1DB-3FED-9E9F1439B2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Poppins" pitchFamily="2" charset="77"/>
                <a:cs typeface="Poppins" pitchFamily="2" charset="77"/>
              </a:defRPr>
            </a:lvl1pPr>
          </a:lstStyle>
          <a:p>
            <a:endParaRPr lang="it-IT"/>
          </a:p>
        </p:txBody>
      </p:sp>
      <p:sp>
        <p:nvSpPr>
          <p:cNvPr id="5" name="Footer Placeholder 4">
            <a:extLst>
              <a:ext uri="{FF2B5EF4-FFF2-40B4-BE49-F238E27FC236}">
                <a16:creationId xmlns:a16="http://schemas.microsoft.com/office/drawing/2014/main" id="{307FD927-5D67-1735-CF1D-0A84910A0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Poppins" pitchFamily="2" charset="77"/>
                <a:cs typeface="Poppins" pitchFamily="2" charset="77"/>
              </a:defRPr>
            </a:lvl1pPr>
          </a:lstStyle>
          <a:p>
            <a:endParaRPr lang="it-IT"/>
          </a:p>
        </p:txBody>
      </p:sp>
      <p:sp>
        <p:nvSpPr>
          <p:cNvPr id="6" name="Slide Number Placeholder 5">
            <a:extLst>
              <a:ext uri="{FF2B5EF4-FFF2-40B4-BE49-F238E27FC236}">
                <a16:creationId xmlns:a16="http://schemas.microsoft.com/office/drawing/2014/main" id="{C466E7F9-D7A8-6453-491C-CFE8855672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Poppins" pitchFamily="2" charset="77"/>
                <a:cs typeface="Poppins" pitchFamily="2" charset="77"/>
              </a:defRPr>
            </a:lvl1pPr>
          </a:lstStyle>
          <a:p>
            <a:fld id="{C0CBC3C5-F122-0242-9DE1-56ADE21F8468}" type="slidenum">
              <a:rPr lang="it-IT" smtClean="0"/>
              <a:pPr/>
              <a:t>‹#›</a:t>
            </a:fld>
            <a:endParaRPr lang="it-IT"/>
          </a:p>
        </p:txBody>
      </p:sp>
    </p:spTree>
    <p:extLst>
      <p:ext uri="{BB962C8B-B14F-4D97-AF65-F5344CB8AC3E}">
        <p14:creationId xmlns:p14="http://schemas.microsoft.com/office/powerpoint/2010/main" val="1812037883"/>
      </p:ext>
    </p:extLst>
  </p:cSld>
  <p:clrMap bg1="lt1" tx1="dk1" bg2="lt2" tx2="dk2" accent1="accent1" accent2="accent2" accent3="accent3" accent4="accent4" accent5="accent5" accent6="accent6" hlink="hlink" folHlink="folHlink"/>
  <p:sldLayoutIdLst>
    <p:sldLayoutId id="2147483659" r:id="rId1"/>
    <p:sldLayoutId id="2147483693" r:id="rId2"/>
    <p:sldLayoutId id="2147483660" r:id="rId3"/>
    <p:sldLayoutId id="2147483704" r:id="rId4"/>
    <p:sldLayoutId id="2147483692" r:id="rId5"/>
    <p:sldLayoutId id="2147483661" r:id="rId6"/>
    <p:sldLayoutId id="2147483666" r:id="rId7"/>
    <p:sldLayoutId id="2147483694" r:id="rId8"/>
    <p:sldLayoutId id="2147483699" r:id="rId9"/>
    <p:sldLayoutId id="2147483700" r:id="rId10"/>
    <p:sldLayoutId id="2147483678" r:id="rId11"/>
    <p:sldLayoutId id="2147483698" r:id="rId12"/>
    <p:sldLayoutId id="2147483679" r:id="rId13"/>
    <p:sldLayoutId id="2147483697" r:id="rId14"/>
    <p:sldLayoutId id="2147483701" r:id="rId15"/>
    <p:sldLayoutId id="2147483702" r:id="rId16"/>
    <p:sldLayoutId id="2147483682" r:id="rId17"/>
    <p:sldLayoutId id="2147483703" r:id="rId18"/>
  </p:sldLayoutIdLst>
  <p:hf hdr="0" ftr="0" dt="0"/>
  <p:txStyles>
    <p:titleStyle>
      <a:lvl1pPr algn="l" defTabSz="914400" rtl="0" eaLnBrk="1" latinLnBrk="0" hangingPunct="1">
        <a:lnSpc>
          <a:spcPct val="90000"/>
        </a:lnSpc>
        <a:spcBef>
          <a:spcPct val="0"/>
        </a:spcBef>
        <a:buNone/>
        <a:defRPr sz="4400" b="1"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dataspace.copernicus.eu/"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EAEA4-8819-62FE-52D7-5292E12E04EF}"/>
              </a:ext>
            </a:extLst>
          </p:cNvPr>
          <p:cNvSpPr>
            <a:spLocks noGrp="1"/>
          </p:cNvSpPr>
          <p:nvPr>
            <p:ph type="title"/>
          </p:nvPr>
        </p:nvSpPr>
        <p:spPr/>
        <p:txBody>
          <a:bodyPr/>
          <a:lstStyle/>
          <a:p>
            <a:r>
              <a:rPr lang="nl-BE" dirty="0"/>
              <a:t>Image Processing </a:t>
            </a:r>
            <a:r>
              <a:rPr lang="nl-BE" dirty="0" err="1"/>
              <a:t>Exercises</a:t>
            </a:r>
            <a:endParaRPr lang="en-BE" dirty="0"/>
          </a:p>
        </p:txBody>
      </p:sp>
      <p:sp>
        <p:nvSpPr>
          <p:cNvPr id="3" name="Text Placeholder 2">
            <a:extLst>
              <a:ext uri="{FF2B5EF4-FFF2-40B4-BE49-F238E27FC236}">
                <a16:creationId xmlns:a16="http://schemas.microsoft.com/office/drawing/2014/main" id="{DCD7609C-B3D1-93CE-BFD9-948C107D0DFA}"/>
              </a:ext>
            </a:extLst>
          </p:cNvPr>
          <p:cNvSpPr>
            <a:spLocks noGrp="1"/>
          </p:cNvSpPr>
          <p:nvPr>
            <p:ph type="body" sz="quarter" idx="10"/>
          </p:nvPr>
        </p:nvSpPr>
        <p:spPr/>
        <p:txBody>
          <a:bodyPr vert="horz" lIns="91440" tIns="45720" rIns="91440" bIns="45720" rtlCol="0" anchor="t">
            <a:normAutofit/>
          </a:bodyPr>
          <a:lstStyle/>
          <a:p>
            <a:r>
              <a:rPr lang="it-IT" dirty="0" err="1"/>
              <a:t>Hands-on</a:t>
            </a:r>
            <a:r>
              <a:rPr lang="it-IT" dirty="0"/>
              <a:t> session</a:t>
            </a:r>
          </a:p>
        </p:txBody>
      </p:sp>
      <p:sp>
        <p:nvSpPr>
          <p:cNvPr id="6" name="Text Placeholder 5">
            <a:extLst>
              <a:ext uri="{FF2B5EF4-FFF2-40B4-BE49-F238E27FC236}">
                <a16:creationId xmlns:a16="http://schemas.microsoft.com/office/drawing/2014/main" id="{F97A059D-7FCA-4813-253F-2182D60017B7}"/>
              </a:ext>
            </a:extLst>
          </p:cNvPr>
          <p:cNvSpPr>
            <a:spLocks noGrp="1"/>
          </p:cNvSpPr>
          <p:nvPr>
            <p:ph type="body" sz="quarter" idx="13"/>
          </p:nvPr>
        </p:nvSpPr>
        <p:spPr/>
        <p:txBody>
          <a:bodyPr vert="horz" lIns="91440" tIns="45720" rIns="91440" bIns="45720" rtlCol="0" anchor="t">
            <a:normAutofit/>
          </a:bodyPr>
          <a:lstStyle/>
          <a:p>
            <a:r>
              <a:rPr lang="it-IT" dirty="0"/>
              <a:t>Naomi Thiru</a:t>
            </a:r>
          </a:p>
        </p:txBody>
      </p:sp>
      <p:sp>
        <p:nvSpPr>
          <p:cNvPr id="7" name="Text Placeholder 6">
            <a:extLst>
              <a:ext uri="{FF2B5EF4-FFF2-40B4-BE49-F238E27FC236}">
                <a16:creationId xmlns:a16="http://schemas.microsoft.com/office/drawing/2014/main" id="{936F5F40-3DF8-2784-8D4B-AA467879D53A}"/>
              </a:ext>
            </a:extLst>
          </p:cNvPr>
          <p:cNvSpPr>
            <a:spLocks noGrp="1"/>
          </p:cNvSpPr>
          <p:nvPr>
            <p:ph type="body" sz="quarter" idx="14"/>
          </p:nvPr>
        </p:nvSpPr>
        <p:spPr/>
        <p:txBody>
          <a:bodyPr vert="horz" lIns="91440" tIns="45720" rIns="91440" bIns="45720" rtlCol="0" anchor="t">
            <a:normAutofit/>
          </a:bodyPr>
          <a:lstStyle/>
          <a:p>
            <a:r>
              <a:rPr lang="it-IT" dirty="0"/>
              <a:t>KU </a:t>
            </a:r>
            <a:r>
              <a:rPr lang="it-IT" dirty="0" err="1"/>
              <a:t>Leuven</a:t>
            </a:r>
            <a:r>
              <a:rPr lang="it-IT" dirty="0"/>
              <a:t>(SADL)</a:t>
            </a:r>
          </a:p>
        </p:txBody>
      </p:sp>
      <p:pic>
        <p:nvPicPr>
          <p:cNvPr id="9" name="Picture 8" descr="A blue and white logo&#10;&#10;Description automatically generated">
            <a:extLst>
              <a:ext uri="{FF2B5EF4-FFF2-40B4-BE49-F238E27FC236}">
                <a16:creationId xmlns:a16="http://schemas.microsoft.com/office/drawing/2014/main" id="{B018ABCC-AC36-11FF-FE5A-B4B606563EA1}"/>
              </a:ext>
            </a:extLst>
          </p:cNvPr>
          <p:cNvPicPr>
            <a:picLocks noChangeAspect="1"/>
          </p:cNvPicPr>
          <p:nvPr/>
        </p:nvPicPr>
        <p:blipFill>
          <a:blip r:embed="rId2"/>
          <a:stretch>
            <a:fillRect/>
          </a:stretch>
        </p:blipFill>
        <p:spPr>
          <a:xfrm>
            <a:off x="4073823" y="5052029"/>
            <a:ext cx="2248426" cy="802766"/>
          </a:xfrm>
          <a:prstGeom prst="rect">
            <a:avLst/>
          </a:prstGeom>
        </p:spPr>
      </p:pic>
    </p:spTree>
    <p:extLst>
      <p:ext uri="{BB962C8B-B14F-4D97-AF65-F5344CB8AC3E}">
        <p14:creationId xmlns:p14="http://schemas.microsoft.com/office/powerpoint/2010/main" val="117925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C252-2094-AC61-43C4-12D93D25A7A4}"/>
              </a:ext>
            </a:extLst>
          </p:cNvPr>
          <p:cNvSpPr>
            <a:spLocks noGrp="1"/>
          </p:cNvSpPr>
          <p:nvPr>
            <p:ph type="title"/>
          </p:nvPr>
        </p:nvSpPr>
        <p:spPr/>
        <p:txBody>
          <a:bodyPr>
            <a:normAutofit fontScale="90000"/>
          </a:bodyPr>
          <a:lstStyle/>
          <a:p>
            <a:r>
              <a:rPr lang="nl-BE" dirty="0"/>
              <a:t>Learning </a:t>
            </a:r>
            <a:r>
              <a:rPr lang="nl-BE" dirty="0" err="1"/>
              <a:t>Objectives</a:t>
            </a:r>
            <a:endParaRPr lang="en-BE" dirty="0"/>
          </a:p>
        </p:txBody>
      </p:sp>
      <p:sp>
        <p:nvSpPr>
          <p:cNvPr id="5" name="Text Placeholder 2">
            <a:extLst>
              <a:ext uri="{FF2B5EF4-FFF2-40B4-BE49-F238E27FC236}">
                <a16:creationId xmlns:a16="http://schemas.microsoft.com/office/drawing/2014/main" id="{A4386935-697C-402A-23D8-0BB5BE317505}"/>
              </a:ext>
            </a:extLst>
          </p:cNvPr>
          <p:cNvSpPr>
            <a:spLocks noGrp="1"/>
          </p:cNvSpPr>
          <p:nvPr>
            <p:ph type="body" sz="quarter" idx="10"/>
          </p:nvPr>
        </p:nvSpPr>
        <p:spPr>
          <a:xfrm>
            <a:off x="569343" y="1713915"/>
            <a:ext cx="10675061" cy="4170800"/>
          </a:xfrm>
        </p:spPr>
        <p:txBody>
          <a:bodyPr>
            <a:normAutofit/>
          </a:bodyPr>
          <a:lstStyle/>
          <a:p>
            <a:r>
              <a:rPr lang="en-US" sz="2000" dirty="0"/>
              <a:t>At the end of the session participants should be able to:</a:t>
            </a:r>
            <a:endParaRPr lang="en-GB" sz="2000" dirty="0"/>
          </a:p>
          <a:p>
            <a:pPr marL="342900" lvl="0" indent="-342900">
              <a:buFont typeface="Arial" panose="020B0604020202020204" pitchFamily="34" charset="0"/>
              <a:buChar char="•"/>
            </a:pPr>
            <a:r>
              <a:rPr lang="en-US" sz="2000" dirty="0"/>
              <a:t>Obtain data from satellite and perform a general inspection (cloud cover percentage, overlap zones </a:t>
            </a:r>
            <a:r>
              <a:rPr lang="en-US" sz="2000" dirty="0" err="1"/>
              <a:t>etc</a:t>
            </a:r>
            <a:r>
              <a:rPr lang="en-US" sz="2000" dirty="0"/>
              <a:t>)</a:t>
            </a:r>
          </a:p>
          <a:p>
            <a:pPr marL="342900" lvl="0" indent="-342900">
              <a:buFont typeface="Arial" panose="020B0604020202020204" pitchFamily="34" charset="0"/>
              <a:buChar char="•"/>
            </a:pPr>
            <a:endParaRPr lang="en-US" sz="2000" dirty="0"/>
          </a:p>
          <a:p>
            <a:pPr marL="342900" lvl="0" indent="-342900">
              <a:buFont typeface="Arial" panose="020B0604020202020204" pitchFamily="34" charset="0"/>
              <a:buChar char="•"/>
            </a:pPr>
            <a:r>
              <a:rPr lang="en-US" sz="2000" dirty="0"/>
              <a:t>Perform band composition layers for exploratory analysis</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US" sz="2000" dirty="0"/>
              <a:t>Understand land cover classification process: Raw (analysis ready) data --&gt;Training data--&gt; preprocessing--&gt; ML--&gt;Post processing</a:t>
            </a:r>
            <a:endParaRPr lang="en-GB" sz="2000" dirty="0"/>
          </a:p>
          <a:p>
            <a:pPr marL="342900" indent="-342900">
              <a:buFontTx/>
              <a:buChar char="-"/>
            </a:pPr>
            <a:endParaRPr lang="en-BE" sz="2000" dirty="0"/>
          </a:p>
        </p:txBody>
      </p:sp>
    </p:spTree>
    <p:extLst>
      <p:ext uri="{BB962C8B-B14F-4D97-AF65-F5344CB8AC3E}">
        <p14:creationId xmlns:p14="http://schemas.microsoft.com/office/powerpoint/2010/main" val="142765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E7C9-D101-3858-C4F7-1A87677D7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874DC-ECCE-4AD2-9E4A-05E578F0B562}"/>
              </a:ext>
            </a:extLst>
          </p:cNvPr>
          <p:cNvSpPr>
            <a:spLocks noGrp="1"/>
          </p:cNvSpPr>
          <p:nvPr>
            <p:ph type="title"/>
          </p:nvPr>
        </p:nvSpPr>
        <p:spPr>
          <a:xfrm>
            <a:off x="649663" y="882915"/>
            <a:ext cx="9353724" cy="684222"/>
          </a:xfrm>
        </p:spPr>
        <p:txBody>
          <a:bodyPr>
            <a:normAutofit fontScale="90000"/>
          </a:bodyPr>
          <a:lstStyle/>
          <a:p>
            <a:r>
              <a:rPr lang="nl-BE" dirty="0" err="1"/>
              <a:t>Main</a:t>
            </a:r>
            <a:r>
              <a:rPr lang="nl-BE" dirty="0"/>
              <a:t> steps</a:t>
            </a:r>
            <a:endParaRPr lang="en-BE" dirty="0"/>
          </a:p>
        </p:txBody>
      </p:sp>
      <p:sp>
        <p:nvSpPr>
          <p:cNvPr id="5" name="Text Placeholder 2">
            <a:extLst>
              <a:ext uri="{FF2B5EF4-FFF2-40B4-BE49-F238E27FC236}">
                <a16:creationId xmlns:a16="http://schemas.microsoft.com/office/drawing/2014/main" id="{24DC9755-E2C8-16A7-A744-2623539DE1E7}"/>
              </a:ext>
            </a:extLst>
          </p:cNvPr>
          <p:cNvSpPr>
            <a:spLocks noGrp="1"/>
          </p:cNvSpPr>
          <p:nvPr>
            <p:ph type="body" sz="quarter" idx="10"/>
          </p:nvPr>
        </p:nvSpPr>
        <p:spPr>
          <a:xfrm>
            <a:off x="569343" y="1713915"/>
            <a:ext cx="10675061" cy="4170800"/>
          </a:xfrm>
        </p:spPr>
        <p:txBody>
          <a:bodyPr>
            <a:normAutofit/>
          </a:bodyPr>
          <a:lstStyle/>
          <a:p>
            <a:pPr marL="457200" indent="-457200">
              <a:buAutoNum type="arabicPeriod"/>
            </a:pPr>
            <a:r>
              <a:rPr lang="nl-BE" sz="2000" dirty="0" err="1"/>
              <a:t>Install</a:t>
            </a:r>
            <a:r>
              <a:rPr lang="nl-BE" sz="2000" dirty="0"/>
              <a:t> semi </a:t>
            </a:r>
            <a:r>
              <a:rPr lang="nl-BE" sz="2000" dirty="0" err="1"/>
              <a:t>auomatic</a:t>
            </a:r>
            <a:r>
              <a:rPr lang="nl-BE" sz="2000" dirty="0"/>
              <a:t> </a:t>
            </a:r>
            <a:r>
              <a:rPr lang="nl-BE" sz="2000" dirty="0" err="1"/>
              <a:t>classification</a:t>
            </a:r>
            <a:r>
              <a:rPr lang="nl-BE" sz="2000" dirty="0"/>
              <a:t> </a:t>
            </a:r>
            <a:r>
              <a:rPr lang="nl-BE" sz="2000" dirty="0" err="1"/>
              <a:t>plugin</a:t>
            </a:r>
            <a:endParaRPr lang="nl-BE" sz="2000" dirty="0"/>
          </a:p>
          <a:p>
            <a:pPr marL="457200" indent="-457200">
              <a:buAutoNum type="arabicPeriod"/>
            </a:pPr>
            <a:r>
              <a:rPr lang="nl-BE" sz="2000" dirty="0"/>
              <a:t>Download </a:t>
            </a:r>
            <a:r>
              <a:rPr lang="nl-BE" sz="2000" dirty="0" err="1"/>
              <a:t>satelite</a:t>
            </a:r>
            <a:r>
              <a:rPr lang="nl-BE" sz="2000" dirty="0"/>
              <a:t> </a:t>
            </a:r>
            <a:r>
              <a:rPr lang="nl-BE" sz="2000" dirty="0" err="1"/>
              <a:t>imagery</a:t>
            </a:r>
            <a:r>
              <a:rPr lang="nl-BE" sz="2000" dirty="0"/>
              <a:t> </a:t>
            </a:r>
            <a:r>
              <a:rPr lang="nl-BE" sz="2000" dirty="0" err="1"/>
              <a:t>and</a:t>
            </a:r>
            <a:r>
              <a:rPr lang="nl-BE" sz="2000" dirty="0"/>
              <a:t> select most </a:t>
            </a:r>
            <a:r>
              <a:rPr lang="nl-BE" sz="2000" dirty="0" err="1"/>
              <a:t>suitable</a:t>
            </a:r>
            <a:r>
              <a:rPr lang="nl-BE" sz="2000" dirty="0"/>
              <a:t> </a:t>
            </a:r>
            <a:r>
              <a:rPr lang="nl-BE" sz="2000" dirty="0" err="1"/>
              <a:t>ones</a:t>
            </a:r>
            <a:endParaRPr lang="nl-BE" sz="2000" dirty="0"/>
          </a:p>
          <a:p>
            <a:pPr marL="457200" indent="-457200">
              <a:buAutoNum type="arabicPeriod"/>
            </a:pPr>
            <a:r>
              <a:rPr lang="nl-BE" sz="2000" dirty="0" err="1"/>
              <a:t>Create</a:t>
            </a:r>
            <a:r>
              <a:rPr lang="nl-BE" sz="2000" dirty="0"/>
              <a:t> data stack </a:t>
            </a:r>
            <a:r>
              <a:rPr lang="nl-BE" sz="2000" dirty="0" err="1"/>
              <a:t>for</a:t>
            </a:r>
            <a:r>
              <a:rPr lang="nl-BE" sz="2000" dirty="0"/>
              <a:t> </a:t>
            </a:r>
            <a:r>
              <a:rPr lang="nl-BE" sz="2000" dirty="0" err="1"/>
              <a:t>classification</a:t>
            </a:r>
            <a:endParaRPr lang="nl-BE" sz="2000" dirty="0"/>
          </a:p>
          <a:p>
            <a:pPr marL="457200" indent="-457200">
              <a:buAutoNum type="arabicPeriod"/>
            </a:pPr>
            <a:r>
              <a:rPr lang="nl-BE" sz="2000" dirty="0" err="1"/>
              <a:t>Perform</a:t>
            </a:r>
            <a:r>
              <a:rPr lang="nl-BE" sz="2000" dirty="0"/>
              <a:t> </a:t>
            </a:r>
            <a:r>
              <a:rPr lang="nl-BE" sz="2000" dirty="0" err="1"/>
              <a:t>exploratory</a:t>
            </a:r>
            <a:r>
              <a:rPr lang="nl-BE" sz="2000" dirty="0"/>
              <a:t> data analysis</a:t>
            </a:r>
          </a:p>
          <a:p>
            <a:pPr marL="457200" indent="-457200">
              <a:buAutoNum type="arabicPeriod"/>
            </a:pPr>
            <a:r>
              <a:rPr lang="nl-BE" sz="2000" dirty="0"/>
              <a:t>Run </a:t>
            </a:r>
            <a:r>
              <a:rPr lang="nl-BE" sz="2000" dirty="0" err="1"/>
              <a:t>classification</a:t>
            </a:r>
            <a:endParaRPr lang="nl-BE" sz="2000" dirty="0"/>
          </a:p>
          <a:p>
            <a:pPr marL="457200" indent="-457200">
              <a:buAutoNum type="arabicPeriod"/>
            </a:pPr>
            <a:r>
              <a:rPr lang="nl-BE" sz="2000" dirty="0" err="1"/>
              <a:t>Inspect</a:t>
            </a:r>
            <a:r>
              <a:rPr lang="nl-BE" sz="2000" dirty="0"/>
              <a:t> </a:t>
            </a:r>
            <a:r>
              <a:rPr lang="nl-BE" sz="2000" dirty="0" err="1"/>
              <a:t>results</a:t>
            </a:r>
            <a:r>
              <a:rPr lang="nl-BE" sz="2000" dirty="0"/>
              <a:t> </a:t>
            </a:r>
            <a:r>
              <a:rPr lang="nl-BE" sz="2000" dirty="0" err="1"/>
              <a:t>and</a:t>
            </a:r>
            <a:r>
              <a:rPr lang="nl-BE" sz="2000" dirty="0"/>
              <a:t> </a:t>
            </a:r>
            <a:r>
              <a:rPr lang="nl-BE" sz="2000" dirty="0" err="1"/>
              <a:t>stylize</a:t>
            </a:r>
            <a:r>
              <a:rPr lang="nl-BE" sz="2000" dirty="0"/>
              <a:t> output </a:t>
            </a:r>
            <a:r>
              <a:rPr lang="nl-BE" sz="2000" dirty="0" err="1"/>
              <a:t>layers</a:t>
            </a:r>
            <a:endParaRPr lang="nl-BE" sz="2000" dirty="0"/>
          </a:p>
          <a:p>
            <a:pPr marL="457200" indent="-457200">
              <a:buAutoNum type="arabicPeriod"/>
            </a:pPr>
            <a:endParaRPr lang="nl-BE" sz="2000" dirty="0"/>
          </a:p>
        </p:txBody>
      </p:sp>
    </p:spTree>
    <p:extLst>
      <p:ext uri="{BB962C8B-B14F-4D97-AF65-F5344CB8AC3E}">
        <p14:creationId xmlns:p14="http://schemas.microsoft.com/office/powerpoint/2010/main" val="1392656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AF6C3-A570-CF34-ED07-96357B42A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4A65E-15F3-D9E6-9DEC-034FFB166B7D}"/>
              </a:ext>
            </a:extLst>
          </p:cNvPr>
          <p:cNvSpPr>
            <a:spLocks noGrp="1"/>
          </p:cNvSpPr>
          <p:nvPr>
            <p:ph type="title"/>
          </p:nvPr>
        </p:nvSpPr>
        <p:spPr>
          <a:xfrm>
            <a:off x="3551508" y="2756304"/>
            <a:ext cx="4897548" cy="745848"/>
          </a:xfrm>
        </p:spPr>
        <p:txBody>
          <a:bodyPr>
            <a:normAutofit/>
          </a:bodyPr>
          <a:lstStyle/>
          <a:p>
            <a:r>
              <a:rPr lang="nl-BE" dirty="0"/>
              <a:t>Quick re-cap</a:t>
            </a:r>
            <a:endParaRPr lang="en-BE" dirty="0"/>
          </a:p>
        </p:txBody>
      </p:sp>
    </p:spTree>
    <p:extLst>
      <p:ext uri="{BB962C8B-B14F-4D97-AF65-F5344CB8AC3E}">
        <p14:creationId xmlns:p14="http://schemas.microsoft.com/office/powerpoint/2010/main" val="599384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fferent colors of different bands&#10;&#10;Description automatically generated">
            <a:extLst>
              <a:ext uri="{FF2B5EF4-FFF2-40B4-BE49-F238E27FC236}">
                <a16:creationId xmlns:a16="http://schemas.microsoft.com/office/drawing/2014/main" id="{975CB2F9-C402-95D1-6E68-9232167CE042}"/>
              </a:ext>
            </a:extLst>
          </p:cNvPr>
          <p:cNvPicPr>
            <a:picLocks noChangeAspect="1"/>
          </p:cNvPicPr>
          <p:nvPr/>
        </p:nvPicPr>
        <p:blipFill>
          <a:blip r:embed="rId2"/>
          <a:stretch>
            <a:fillRect/>
          </a:stretch>
        </p:blipFill>
        <p:spPr>
          <a:xfrm>
            <a:off x="4733431" y="1187319"/>
            <a:ext cx="7458569" cy="5270204"/>
          </a:xfrm>
          <a:prstGeom prst="rect">
            <a:avLst/>
          </a:prstGeom>
        </p:spPr>
      </p:pic>
      <p:sp>
        <p:nvSpPr>
          <p:cNvPr id="6" name="Title 1">
            <a:extLst>
              <a:ext uri="{FF2B5EF4-FFF2-40B4-BE49-F238E27FC236}">
                <a16:creationId xmlns:a16="http://schemas.microsoft.com/office/drawing/2014/main" id="{AB1482CA-7B46-85CA-B0F1-DEB96F271191}"/>
              </a:ext>
            </a:extLst>
          </p:cNvPr>
          <p:cNvSpPr>
            <a:spLocks noGrp="1"/>
          </p:cNvSpPr>
          <p:nvPr>
            <p:ph type="title"/>
          </p:nvPr>
        </p:nvSpPr>
        <p:spPr>
          <a:xfrm>
            <a:off x="838200" y="845208"/>
            <a:ext cx="9353724" cy="684222"/>
          </a:xfrm>
        </p:spPr>
        <p:txBody>
          <a:bodyPr>
            <a:normAutofit fontScale="90000"/>
          </a:bodyPr>
          <a:lstStyle/>
          <a:p>
            <a:r>
              <a:rPr lang="nl-BE" dirty="0"/>
              <a:t>Image data</a:t>
            </a:r>
            <a:endParaRPr lang="en-BE" dirty="0"/>
          </a:p>
        </p:txBody>
      </p:sp>
      <p:pic>
        <p:nvPicPr>
          <p:cNvPr id="3" name="Picture 2" descr="An aerial view of a city&#10;&#10;Description automatically generated">
            <a:extLst>
              <a:ext uri="{FF2B5EF4-FFF2-40B4-BE49-F238E27FC236}">
                <a16:creationId xmlns:a16="http://schemas.microsoft.com/office/drawing/2014/main" id="{CDAC9801-CF56-B213-1826-DE4C598C0665}"/>
              </a:ext>
            </a:extLst>
          </p:cNvPr>
          <p:cNvPicPr>
            <a:picLocks noChangeAspect="1"/>
          </p:cNvPicPr>
          <p:nvPr/>
        </p:nvPicPr>
        <p:blipFill rotWithShape="1">
          <a:blip r:embed="rId3"/>
          <a:srcRect l="4144"/>
          <a:stretch/>
        </p:blipFill>
        <p:spPr>
          <a:xfrm>
            <a:off x="68094" y="1529430"/>
            <a:ext cx="4400145" cy="5240151"/>
          </a:xfrm>
          <a:prstGeom prst="rect">
            <a:avLst/>
          </a:prstGeom>
        </p:spPr>
      </p:pic>
    </p:spTree>
    <p:extLst>
      <p:ext uri="{BB962C8B-B14F-4D97-AF65-F5344CB8AC3E}">
        <p14:creationId xmlns:p14="http://schemas.microsoft.com/office/powerpoint/2010/main" val="339744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64C81-C63E-1C7D-74C3-81F9DC44C7E8}"/>
              </a:ext>
            </a:extLst>
          </p:cNvPr>
          <p:cNvSpPr>
            <a:spLocks noGrp="1"/>
          </p:cNvSpPr>
          <p:nvPr>
            <p:ph type="title"/>
          </p:nvPr>
        </p:nvSpPr>
        <p:spPr>
          <a:xfrm>
            <a:off x="838200" y="845208"/>
            <a:ext cx="9987952" cy="684222"/>
          </a:xfrm>
        </p:spPr>
        <p:txBody>
          <a:bodyPr>
            <a:normAutofit fontScale="90000"/>
          </a:bodyPr>
          <a:lstStyle/>
          <a:p>
            <a:r>
              <a:rPr lang="nl-BE" dirty="0"/>
              <a:t>Bands </a:t>
            </a:r>
            <a:r>
              <a:rPr lang="nl-BE" dirty="0" err="1"/>
              <a:t>across</a:t>
            </a:r>
            <a:r>
              <a:rPr lang="nl-BE" dirty="0"/>
              <a:t> </a:t>
            </a:r>
            <a:r>
              <a:rPr lang="nl-BE" dirty="0" err="1"/>
              <a:t>the</a:t>
            </a:r>
            <a:r>
              <a:rPr lang="nl-BE" dirty="0"/>
              <a:t> </a:t>
            </a:r>
            <a:r>
              <a:rPr lang="nl-BE" dirty="0" err="1"/>
              <a:t>Electromagnetic</a:t>
            </a:r>
            <a:r>
              <a:rPr lang="nl-BE" dirty="0"/>
              <a:t> Spectrum</a:t>
            </a:r>
            <a:endParaRPr lang="en-BE" dirty="0"/>
          </a:p>
        </p:txBody>
      </p:sp>
      <p:pic>
        <p:nvPicPr>
          <p:cNvPr id="7" name="Picture 16">
            <a:extLst>
              <a:ext uri="{FF2B5EF4-FFF2-40B4-BE49-F238E27FC236}">
                <a16:creationId xmlns:a16="http://schemas.microsoft.com/office/drawing/2014/main" id="{8B480EAC-086D-F117-D74B-AEBC24976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 r="35"/>
          <a:stretch>
            <a:fillRect/>
          </a:stretch>
        </p:blipFill>
        <p:spPr bwMode="auto">
          <a:xfrm>
            <a:off x="838200" y="2026656"/>
            <a:ext cx="9697464" cy="4467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047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6A692-FBB4-5729-8A13-4D96A13E0697}"/>
              </a:ext>
            </a:extLst>
          </p:cNvPr>
          <p:cNvSpPr>
            <a:spLocks noGrp="1"/>
          </p:cNvSpPr>
          <p:nvPr>
            <p:ph type="title"/>
          </p:nvPr>
        </p:nvSpPr>
        <p:spPr>
          <a:xfrm>
            <a:off x="3551508" y="2756304"/>
            <a:ext cx="4897548" cy="745848"/>
          </a:xfrm>
        </p:spPr>
        <p:txBody>
          <a:bodyPr>
            <a:normAutofit fontScale="90000"/>
          </a:bodyPr>
          <a:lstStyle/>
          <a:p>
            <a:r>
              <a:rPr lang="nl-BE" dirty="0"/>
              <a:t>Set up QGIS project </a:t>
            </a:r>
            <a:endParaRPr lang="en-BE" dirty="0"/>
          </a:p>
        </p:txBody>
      </p:sp>
    </p:spTree>
    <p:extLst>
      <p:ext uri="{BB962C8B-B14F-4D97-AF65-F5344CB8AC3E}">
        <p14:creationId xmlns:p14="http://schemas.microsoft.com/office/powerpoint/2010/main" val="153017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2C303-0B6B-B2BD-0BC9-54DF0B60F8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CCCBB-B764-CDEF-E10B-27E412AEE81E}"/>
              </a:ext>
            </a:extLst>
          </p:cNvPr>
          <p:cNvSpPr>
            <a:spLocks noGrp="1"/>
          </p:cNvSpPr>
          <p:nvPr>
            <p:ph type="title"/>
          </p:nvPr>
        </p:nvSpPr>
        <p:spPr>
          <a:xfrm>
            <a:off x="421640" y="702968"/>
            <a:ext cx="9353724" cy="684222"/>
          </a:xfrm>
        </p:spPr>
        <p:txBody>
          <a:bodyPr>
            <a:noAutofit/>
          </a:bodyPr>
          <a:lstStyle/>
          <a:p>
            <a:pPr marL="457200" indent="-457200">
              <a:buAutoNum type="arabicPeriod"/>
            </a:pPr>
            <a:r>
              <a:rPr lang="nl-BE" sz="2400" dirty="0" err="1"/>
              <a:t>Launch</a:t>
            </a:r>
            <a:r>
              <a:rPr lang="nl-BE" sz="2400" dirty="0"/>
              <a:t> QGIS </a:t>
            </a:r>
            <a:r>
              <a:rPr lang="nl-BE" sz="2400" dirty="0" err="1"/>
              <a:t>and</a:t>
            </a:r>
            <a:r>
              <a:rPr lang="nl-BE" sz="2400" dirty="0"/>
              <a:t> </a:t>
            </a:r>
            <a:r>
              <a:rPr lang="nl-BE" sz="2400" dirty="0" err="1"/>
              <a:t>create</a:t>
            </a:r>
            <a:r>
              <a:rPr lang="nl-BE" sz="2400" dirty="0"/>
              <a:t> project.</a:t>
            </a:r>
          </a:p>
        </p:txBody>
      </p:sp>
      <p:sp>
        <p:nvSpPr>
          <p:cNvPr id="3" name="Text Placeholder 3">
            <a:extLst>
              <a:ext uri="{FF2B5EF4-FFF2-40B4-BE49-F238E27FC236}">
                <a16:creationId xmlns:a16="http://schemas.microsoft.com/office/drawing/2014/main" id="{0FFB516E-18CA-ED39-440E-467FF1D71AEF}"/>
              </a:ext>
            </a:extLst>
          </p:cNvPr>
          <p:cNvSpPr txBox="1">
            <a:spLocks/>
          </p:cNvSpPr>
          <p:nvPr/>
        </p:nvSpPr>
        <p:spPr>
          <a:xfrm>
            <a:off x="421640" y="1387190"/>
            <a:ext cx="4439919" cy="529164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sz="1800" dirty="0" err="1"/>
              <a:t>Launch</a:t>
            </a:r>
            <a:r>
              <a:rPr lang="nl-BE" sz="1800" dirty="0"/>
              <a:t> </a:t>
            </a:r>
            <a:r>
              <a:rPr lang="nl-BE" sz="1800" dirty="0" err="1"/>
              <a:t>your</a:t>
            </a:r>
            <a:r>
              <a:rPr lang="nl-BE" sz="1800" dirty="0"/>
              <a:t> QGIS</a:t>
            </a:r>
          </a:p>
          <a:p>
            <a:endParaRPr lang="nl-BE" sz="1800" dirty="0"/>
          </a:p>
          <a:p>
            <a:r>
              <a:rPr lang="nl-BE" sz="1800" dirty="0"/>
              <a:t>1. Click on project </a:t>
            </a:r>
            <a:r>
              <a:rPr lang="nl-BE" sz="1800" dirty="0" err="1"/>
              <a:t>and</a:t>
            </a:r>
            <a:r>
              <a:rPr lang="nl-BE" sz="1800" dirty="0"/>
              <a:t> go </a:t>
            </a:r>
            <a:r>
              <a:rPr lang="nl-BE" sz="1800" dirty="0" err="1"/>
              <a:t>to</a:t>
            </a:r>
            <a:r>
              <a:rPr lang="nl-BE" sz="1800" dirty="0"/>
              <a:t> Save As… </a:t>
            </a:r>
          </a:p>
          <a:p>
            <a:endParaRPr lang="nl-BE" sz="1800" dirty="0"/>
          </a:p>
          <a:p>
            <a:r>
              <a:rPr lang="nl-BE" sz="1800" dirty="0"/>
              <a:t>2. Save a QGIS project in </a:t>
            </a:r>
            <a:r>
              <a:rPr lang="nl-BE" sz="1800" dirty="0" err="1"/>
              <a:t>your</a:t>
            </a:r>
            <a:r>
              <a:rPr lang="nl-BE" sz="1800" dirty="0"/>
              <a:t> project folder as </a:t>
            </a:r>
            <a:r>
              <a:rPr lang="nl-BE" sz="1800" i="1" dirty="0" err="1"/>
              <a:t>classification.qgz</a:t>
            </a:r>
            <a:r>
              <a:rPr lang="nl-BE" sz="1800" i="1" dirty="0"/>
              <a:t> </a:t>
            </a:r>
            <a:r>
              <a:rPr lang="nl-BE" sz="1800" dirty="0"/>
              <a:t>(or a </a:t>
            </a:r>
            <a:r>
              <a:rPr lang="nl-BE" sz="1800" dirty="0" err="1"/>
              <a:t>differnet</a:t>
            </a:r>
            <a:r>
              <a:rPr lang="nl-BE" sz="1800" dirty="0"/>
              <a:t> name </a:t>
            </a:r>
            <a:r>
              <a:rPr lang="nl-BE" sz="1800" dirty="0" err="1"/>
              <a:t>if</a:t>
            </a:r>
            <a:r>
              <a:rPr lang="nl-BE" sz="1800" dirty="0"/>
              <a:t> </a:t>
            </a:r>
            <a:r>
              <a:rPr lang="nl-BE" sz="1800" dirty="0" err="1"/>
              <a:t>you</a:t>
            </a:r>
            <a:r>
              <a:rPr lang="nl-BE" sz="1800" dirty="0"/>
              <a:t> </a:t>
            </a:r>
            <a:r>
              <a:rPr lang="nl-BE" sz="1800" dirty="0" err="1"/>
              <a:t>wish</a:t>
            </a:r>
            <a:r>
              <a:rPr lang="nl-BE" sz="1800" dirty="0"/>
              <a:t>.)</a:t>
            </a:r>
          </a:p>
          <a:p>
            <a:endParaRPr lang="nl-BE" sz="1800" dirty="0"/>
          </a:p>
          <a:p>
            <a:endParaRPr lang="nl-BE" sz="1800" dirty="0"/>
          </a:p>
        </p:txBody>
      </p:sp>
      <p:grpSp>
        <p:nvGrpSpPr>
          <p:cNvPr id="6" name="Group 5">
            <a:extLst>
              <a:ext uri="{FF2B5EF4-FFF2-40B4-BE49-F238E27FC236}">
                <a16:creationId xmlns:a16="http://schemas.microsoft.com/office/drawing/2014/main" id="{0DB0D670-1599-62D2-AAFE-F8B4212FD84F}"/>
              </a:ext>
            </a:extLst>
          </p:cNvPr>
          <p:cNvGrpSpPr/>
          <p:nvPr/>
        </p:nvGrpSpPr>
        <p:grpSpPr>
          <a:xfrm>
            <a:off x="5614173" y="1279902"/>
            <a:ext cx="4748636" cy="5506218"/>
            <a:chOff x="5614173" y="1279902"/>
            <a:chExt cx="4748636" cy="5506218"/>
          </a:xfrm>
        </p:grpSpPr>
        <p:pic>
          <p:nvPicPr>
            <p:cNvPr id="10" name="Picture 9" descr="A screenshot of a computer&#10;&#10;AI-generated content may be incorrect.">
              <a:extLst>
                <a:ext uri="{FF2B5EF4-FFF2-40B4-BE49-F238E27FC236}">
                  <a16:creationId xmlns:a16="http://schemas.microsoft.com/office/drawing/2014/main" id="{B67F7D61-6DEF-DFD4-A541-292920377F68}"/>
                </a:ext>
              </a:extLst>
            </p:cNvPr>
            <p:cNvPicPr>
              <a:picLocks noChangeAspect="1"/>
            </p:cNvPicPr>
            <p:nvPr/>
          </p:nvPicPr>
          <p:blipFill>
            <a:blip r:embed="rId2"/>
            <a:stretch>
              <a:fillRect/>
            </a:stretch>
          </p:blipFill>
          <p:spPr>
            <a:xfrm>
              <a:off x="5961645" y="1279902"/>
              <a:ext cx="4401164" cy="5506218"/>
            </a:xfrm>
            <a:prstGeom prst="rect">
              <a:avLst/>
            </a:prstGeom>
          </p:spPr>
        </p:pic>
        <p:sp>
          <p:nvSpPr>
            <p:cNvPr id="4" name="TextBox 3">
              <a:extLst>
                <a:ext uri="{FF2B5EF4-FFF2-40B4-BE49-F238E27FC236}">
                  <a16:creationId xmlns:a16="http://schemas.microsoft.com/office/drawing/2014/main" id="{A4C36AB8-258B-5916-D75B-1C07783C09F3}"/>
                </a:ext>
              </a:extLst>
            </p:cNvPr>
            <p:cNvSpPr txBox="1"/>
            <p:nvPr/>
          </p:nvSpPr>
          <p:spPr>
            <a:xfrm>
              <a:off x="5614173" y="1536833"/>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5" name="TextBox 4">
              <a:extLst>
                <a:ext uri="{FF2B5EF4-FFF2-40B4-BE49-F238E27FC236}">
                  <a16:creationId xmlns:a16="http://schemas.microsoft.com/office/drawing/2014/main" id="{832EC60E-DA19-6979-63B5-76BA7D320329}"/>
                </a:ext>
              </a:extLst>
            </p:cNvPr>
            <p:cNvSpPr txBox="1"/>
            <p:nvPr/>
          </p:nvSpPr>
          <p:spPr>
            <a:xfrm>
              <a:off x="5614173" y="3259723"/>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grpSp>
    </p:spTree>
    <p:extLst>
      <p:ext uri="{BB962C8B-B14F-4D97-AF65-F5344CB8AC3E}">
        <p14:creationId xmlns:p14="http://schemas.microsoft.com/office/powerpoint/2010/main" val="3043897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65D9C-CB82-A699-7C1A-242467BEF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178AB-FFDD-3BDB-4190-B6DEB84BE50C}"/>
              </a:ext>
            </a:extLst>
          </p:cNvPr>
          <p:cNvSpPr>
            <a:spLocks noGrp="1"/>
          </p:cNvSpPr>
          <p:nvPr>
            <p:ph type="title"/>
          </p:nvPr>
        </p:nvSpPr>
        <p:spPr>
          <a:xfrm>
            <a:off x="154004" y="852837"/>
            <a:ext cx="9353724" cy="684222"/>
          </a:xfrm>
        </p:spPr>
        <p:txBody>
          <a:bodyPr>
            <a:noAutofit/>
          </a:bodyPr>
          <a:lstStyle/>
          <a:p>
            <a:r>
              <a:rPr lang="nl-BE" sz="2400" dirty="0"/>
              <a:t>Set project </a:t>
            </a:r>
            <a:r>
              <a:rPr lang="nl-BE" sz="2400" dirty="0" err="1"/>
              <a:t>crs</a:t>
            </a:r>
            <a:endParaRPr lang="nl-BE" sz="2400" dirty="0"/>
          </a:p>
        </p:txBody>
      </p:sp>
      <p:sp>
        <p:nvSpPr>
          <p:cNvPr id="3" name="Text Placeholder 3">
            <a:extLst>
              <a:ext uri="{FF2B5EF4-FFF2-40B4-BE49-F238E27FC236}">
                <a16:creationId xmlns:a16="http://schemas.microsoft.com/office/drawing/2014/main" id="{2667C843-F967-DD28-F6FE-546A2BE9FF2A}"/>
              </a:ext>
            </a:extLst>
          </p:cNvPr>
          <p:cNvSpPr txBox="1">
            <a:spLocks/>
          </p:cNvSpPr>
          <p:nvPr/>
        </p:nvSpPr>
        <p:spPr>
          <a:xfrm>
            <a:off x="154004" y="1387190"/>
            <a:ext cx="4411564" cy="529164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sz="1600" dirty="0"/>
              <a:t>We </a:t>
            </a:r>
            <a:r>
              <a:rPr lang="nl-BE" sz="1600" dirty="0" err="1"/>
              <a:t>will</a:t>
            </a:r>
            <a:r>
              <a:rPr lang="nl-BE" sz="1600" dirty="0"/>
              <a:t> </a:t>
            </a:r>
            <a:r>
              <a:rPr lang="nl-BE" sz="1600" dirty="0" err="1"/>
              <a:t>use</a:t>
            </a:r>
            <a:r>
              <a:rPr lang="nl-BE" sz="1600" dirty="0"/>
              <a:t> EPSG:25830 as </a:t>
            </a:r>
            <a:r>
              <a:rPr lang="nl-BE" sz="1600" dirty="0" err="1"/>
              <a:t>the</a:t>
            </a:r>
            <a:r>
              <a:rPr lang="nl-BE" sz="1600" dirty="0"/>
              <a:t> project CRS</a:t>
            </a:r>
          </a:p>
          <a:p>
            <a:endParaRPr lang="nl-BE" sz="1600" dirty="0"/>
          </a:p>
          <a:p>
            <a:pPr marL="342900" indent="-342900">
              <a:buFont typeface="+mj-lt"/>
              <a:buAutoNum type="arabicPeriod"/>
            </a:pPr>
            <a:r>
              <a:rPr lang="nl-BE" sz="1600" dirty="0"/>
              <a:t>Click on project (top </a:t>
            </a:r>
            <a:r>
              <a:rPr lang="nl-BE" sz="1600" dirty="0" err="1"/>
              <a:t>left</a:t>
            </a:r>
            <a:r>
              <a:rPr lang="nl-BE" sz="1600" dirty="0"/>
              <a:t> corner) </a:t>
            </a:r>
            <a:r>
              <a:rPr lang="nl-BE" sz="1600" dirty="0" err="1"/>
              <a:t>and</a:t>
            </a:r>
            <a:r>
              <a:rPr lang="nl-BE" sz="1600" dirty="0"/>
              <a:t> select </a:t>
            </a:r>
            <a:r>
              <a:rPr lang="nl-BE" sz="1600" b="1" dirty="0" err="1"/>
              <a:t>Properties</a:t>
            </a:r>
            <a:r>
              <a:rPr lang="nl-BE" sz="1600" b="1" dirty="0"/>
              <a:t>…</a:t>
            </a:r>
          </a:p>
          <a:p>
            <a:pPr marL="342900" indent="-342900">
              <a:buFont typeface="+mj-lt"/>
              <a:buAutoNum type="arabicPeriod"/>
            </a:pPr>
            <a:r>
              <a:rPr lang="nl-BE" sz="1600" dirty="0"/>
              <a:t>Click on </a:t>
            </a:r>
            <a:r>
              <a:rPr lang="nl-BE" sz="1600" b="1" dirty="0"/>
              <a:t>CRS</a:t>
            </a:r>
          </a:p>
          <a:p>
            <a:pPr marL="342900" indent="-342900">
              <a:buFont typeface="+mj-lt"/>
              <a:buAutoNum type="arabicPeriod"/>
            </a:pPr>
            <a:r>
              <a:rPr lang="nl-BE" sz="1600" dirty="0"/>
              <a:t>In </a:t>
            </a:r>
            <a:r>
              <a:rPr lang="nl-BE" sz="1600" dirty="0" err="1"/>
              <a:t>the</a:t>
            </a:r>
            <a:r>
              <a:rPr lang="nl-BE" sz="1600" dirty="0"/>
              <a:t> </a:t>
            </a:r>
            <a:r>
              <a:rPr lang="nl-BE" sz="1600" b="1" dirty="0"/>
              <a:t>Filter </a:t>
            </a:r>
            <a:r>
              <a:rPr lang="nl-BE" sz="1600" dirty="0"/>
              <a:t>box type EPSG:25830 </a:t>
            </a:r>
            <a:r>
              <a:rPr lang="nl-BE" sz="1600" dirty="0" err="1"/>
              <a:t>and</a:t>
            </a:r>
            <a:r>
              <a:rPr lang="nl-BE" sz="1600" dirty="0"/>
              <a:t> select </a:t>
            </a:r>
            <a:r>
              <a:rPr lang="nl-BE" sz="1600" dirty="0" err="1"/>
              <a:t>it</a:t>
            </a:r>
            <a:r>
              <a:rPr lang="nl-BE" sz="1600" dirty="0"/>
              <a:t> </a:t>
            </a:r>
            <a:r>
              <a:rPr lang="nl-BE" sz="1600" dirty="0" err="1"/>
              <a:t>from</a:t>
            </a:r>
            <a:r>
              <a:rPr lang="nl-BE" sz="1600" dirty="0"/>
              <a:t> </a:t>
            </a:r>
            <a:r>
              <a:rPr lang="nl-BE" sz="1600" dirty="0" err="1"/>
              <a:t>the</a:t>
            </a:r>
            <a:r>
              <a:rPr lang="nl-BE" sz="1600" dirty="0"/>
              <a:t> </a:t>
            </a:r>
            <a:r>
              <a:rPr lang="nl-BE" sz="1600" dirty="0" err="1"/>
              <a:t>coordinate</a:t>
            </a:r>
            <a:r>
              <a:rPr lang="nl-BE" sz="1600" dirty="0"/>
              <a:t> </a:t>
            </a:r>
            <a:r>
              <a:rPr lang="nl-BE" sz="1600" dirty="0" err="1"/>
              <a:t>reference</a:t>
            </a:r>
            <a:r>
              <a:rPr lang="nl-BE" sz="1600" dirty="0"/>
              <a:t> system box.</a:t>
            </a:r>
          </a:p>
          <a:p>
            <a:pPr marL="342900" indent="-342900">
              <a:buFont typeface="+mj-lt"/>
              <a:buAutoNum type="arabicPeriod"/>
            </a:pPr>
            <a:r>
              <a:rPr lang="nl-BE" sz="1600" dirty="0" err="1"/>
              <a:t>Once</a:t>
            </a:r>
            <a:r>
              <a:rPr lang="nl-BE" sz="1600" dirty="0"/>
              <a:t> </a:t>
            </a:r>
            <a:r>
              <a:rPr lang="nl-BE" sz="1600" dirty="0" err="1"/>
              <a:t>it</a:t>
            </a:r>
            <a:r>
              <a:rPr lang="nl-BE" sz="1600" dirty="0"/>
              <a:t> is </a:t>
            </a:r>
            <a:r>
              <a:rPr lang="nl-BE" sz="1600" dirty="0" err="1"/>
              <a:t>selected</a:t>
            </a:r>
            <a:r>
              <a:rPr lang="nl-BE" sz="1600" dirty="0"/>
              <a:t>, click </a:t>
            </a:r>
            <a:r>
              <a:rPr lang="nl-BE" sz="1600" b="1" dirty="0" err="1"/>
              <a:t>Apply</a:t>
            </a:r>
            <a:endParaRPr lang="nl-BE" sz="1600" b="1" dirty="0"/>
          </a:p>
          <a:p>
            <a:pPr marL="342900" indent="-342900">
              <a:buFont typeface="+mj-lt"/>
              <a:buAutoNum type="arabicPeriod"/>
            </a:pPr>
            <a:r>
              <a:rPr lang="nl-BE" sz="1600" dirty="0"/>
              <a:t>Click </a:t>
            </a:r>
            <a:r>
              <a:rPr lang="nl-BE" sz="1600" b="1" dirty="0"/>
              <a:t>OK</a:t>
            </a:r>
            <a:r>
              <a:rPr lang="nl-BE" sz="1600" dirty="0"/>
              <a:t> </a:t>
            </a:r>
            <a:r>
              <a:rPr lang="nl-BE" sz="1600" dirty="0" err="1"/>
              <a:t>to</a:t>
            </a:r>
            <a:r>
              <a:rPr lang="nl-BE" sz="1600" dirty="0"/>
              <a:t> exit.</a:t>
            </a:r>
          </a:p>
        </p:txBody>
      </p:sp>
      <p:grpSp>
        <p:nvGrpSpPr>
          <p:cNvPr id="10" name="Group 9">
            <a:extLst>
              <a:ext uri="{FF2B5EF4-FFF2-40B4-BE49-F238E27FC236}">
                <a16:creationId xmlns:a16="http://schemas.microsoft.com/office/drawing/2014/main" id="{2DCBC1ED-A822-A2C3-1B4F-C97F9AAEC94F}"/>
              </a:ext>
            </a:extLst>
          </p:cNvPr>
          <p:cNvGrpSpPr/>
          <p:nvPr/>
        </p:nvGrpSpPr>
        <p:grpSpPr>
          <a:xfrm>
            <a:off x="4218096" y="452386"/>
            <a:ext cx="7973903" cy="6405613"/>
            <a:chOff x="4218096" y="452386"/>
            <a:chExt cx="7973903" cy="6405613"/>
          </a:xfrm>
        </p:grpSpPr>
        <p:pic>
          <p:nvPicPr>
            <p:cNvPr id="5" name="Picture 4" descr="A screenshot of a computer&#10;&#10;AI-generated content may be incorrect.">
              <a:extLst>
                <a:ext uri="{FF2B5EF4-FFF2-40B4-BE49-F238E27FC236}">
                  <a16:creationId xmlns:a16="http://schemas.microsoft.com/office/drawing/2014/main" id="{FA5563AD-5FFC-2800-BADB-39F1E003E9A7}"/>
                </a:ext>
              </a:extLst>
            </p:cNvPr>
            <p:cNvPicPr>
              <a:picLocks noChangeAspect="1"/>
            </p:cNvPicPr>
            <p:nvPr/>
          </p:nvPicPr>
          <p:blipFill>
            <a:blip r:embed="rId2"/>
            <a:stretch>
              <a:fillRect/>
            </a:stretch>
          </p:blipFill>
          <p:spPr>
            <a:xfrm>
              <a:off x="4565568" y="452386"/>
              <a:ext cx="7626431" cy="6405613"/>
            </a:xfrm>
            <a:prstGeom prst="rect">
              <a:avLst/>
            </a:prstGeom>
          </p:spPr>
        </p:pic>
        <p:sp>
          <p:nvSpPr>
            <p:cNvPr id="4" name="TextBox 3">
              <a:extLst>
                <a:ext uri="{FF2B5EF4-FFF2-40B4-BE49-F238E27FC236}">
                  <a16:creationId xmlns:a16="http://schemas.microsoft.com/office/drawing/2014/main" id="{23769062-F8B1-0970-CB34-3493969E7ED2}"/>
                </a:ext>
              </a:extLst>
            </p:cNvPr>
            <p:cNvSpPr txBox="1"/>
            <p:nvPr/>
          </p:nvSpPr>
          <p:spPr>
            <a:xfrm>
              <a:off x="4218096" y="514283"/>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6" name="TextBox 5">
              <a:extLst>
                <a:ext uri="{FF2B5EF4-FFF2-40B4-BE49-F238E27FC236}">
                  <a16:creationId xmlns:a16="http://schemas.microsoft.com/office/drawing/2014/main" id="{66756A15-D7E0-A4C2-E7FF-9997ACA3D320}"/>
                </a:ext>
              </a:extLst>
            </p:cNvPr>
            <p:cNvSpPr txBox="1"/>
            <p:nvPr/>
          </p:nvSpPr>
          <p:spPr>
            <a:xfrm>
              <a:off x="6263304" y="3485915"/>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7" name="TextBox 6">
              <a:extLst>
                <a:ext uri="{FF2B5EF4-FFF2-40B4-BE49-F238E27FC236}">
                  <a16:creationId xmlns:a16="http://schemas.microsoft.com/office/drawing/2014/main" id="{7088B030-8234-8B98-3641-D50687CF6C1F}"/>
                </a:ext>
              </a:extLst>
            </p:cNvPr>
            <p:cNvSpPr txBox="1"/>
            <p:nvPr/>
          </p:nvSpPr>
          <p:spPr>
            <a:xfrm>
              <a:off x="11271168" y="2806211"/>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8" name="TextBox 7">
              <a:extLst>
                <a:ext uri="{FF2B5EF4-FFF2-40B4-BE49-F238E27FC236}">
                  <a16:creationId xmlns:a16="http://schemas.microsoft.com/office/drawing/2014/main" id="{6B4AD844-61C7-A5E6-7357-DC2713F6EDC7}"/>
                </a:ext>
              </a:extLst>
            </p:cNvPr>
            <p:cNvSpPr txBox="1"/>
            <p:nvPr/>
          </p:nvSpPr>
          <p:spPr>
            <a:xfrm>
              <a:off x="9741072" y="6236337"/>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9" name="TextBox 8">
              <a:extLst>
                <a:ext uri="{FF2B5EF4-FFF2-40B4-BE49-F238E27FC236}">
                  <a16:creationId xmlns:a16="http://schemas.microsoft.com/office/drawing/2014/main" id="{B71EC779-8CED-331A-32D7-B6CBFF001395}"/>
                </a:ext>
              </a:extLst>
            </p:cNvPr>
            <p:cNvSpPr txBox="1"/>
            <p:nvPr/>
          </p:nvSpPr>
          <p:spPr>
            <a:xfrm>
              <a:off x="10966535" y="6226422"/>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grpSp>
    </p:spTree>
    <p:extLst>
      <p:ext uri="{BB962C8B-B14F-4D97-AF65-F5344CB8AC3E}">
        <p14:creationId xmlns:p14="http://schemas.microsoft.com/office/powerpoint/2010/main" val="846456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499D8-DAA5-8302-71D3-A5D0CBD7D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C8266-A3A7-8521-AD9F-F319AE6C085F}"/>
              </a:ext>
            </a:extLst>
          </p:cNvPr>
          <p:cNvSpPr>
            <a:spLocks noGrp="1"/>
          </p:cNvSpPr>
          <p:nvPr>
            <p:ph type="title"/>
          </p:nvPr>
        </p:nvSpPr>
        <p:spPr>
          <a:xfrm>
            <a:off x="421640" y="702968"/>
            <a:ext cx="9353724" cy="684222"/>
          </a:xfrm>
        </p:spPr>
        <p:txBody>
          <a:bodyPr>
            <a:noAutofit/>
          </a:bodyPr>
          <a:lstStyle/>
          <a:p>
            <a:r>
              <a:rPr lang="nl-BE" sz="2400" dirty="0" err="1"/>
              <a:t>Install</a:t>
            </a:r>
            <a:r>
              <a:rPr lang="nl-BE" sz="2400" dirty="0"/>
              <a:t> </a:t>
            </a:r>
            <a:r>
              <a:rPr lang="nl-BE" sz="2400" dirty="0" err="1"/>
              <a:t>the</a:t>
            </a:r>
            <a:r>
              <a:rPr lang="nl-BE" sz="2400" dirty="0"/>
              <a:t> </a:t>
            </a:r>
            <a:r>
              <a:rPr lang="nl-BE" sz="2400" dirty="0" err="1"/>
              <a:t>necessary</a:t>
            </a:r>
            <a:r>
              <a:rPr lang="nl-BE" sz="2400" dirty="0"/>
              <a:t> </a:t>
            </a:r>
            <a:r>
              <a:rPr lang="nl-BE" sz="2400" dirty="0" err="1"/>
              <a:t>plugins</a:t>
            </a:r>
            <a:endParaRPr lang="nl-BE" sz="2400" dirty="0"/>
          </a:p>
        </p:txBody>
      </p:sp>
      <p:sp>
        <p:nvSpPr>
          <p:cNvPr id="3" name="Text Placeholder 3">
            <a:extLst>
              <a:ext uri="{FF2B5EF4-FFF2-40B4-BE49-F238E27FC236}">
                <a16:creationId xmlns:a16="http://schemas.microsoft.com/office/drawing/2014/main" id="{C0001959-7CDC-07EE-398D-FDEAFBD0C77C}"/>
              </a:ext>
            </a:extLst>
          </p:cNvPr>
          <p:cNvSpPr txBox="1">
            <a:spLocks/>
          </p:cNvSpPr>
          <p:nvPr/>
        </p:nvSpPr>
        <p:spPr>
          <a:xfrm>
            <a:off x="71121" y="1236410"/>
            <a:ext cx="4185920" cy="5420422"/>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QGIS plugin is a software component that extends the core functionality of QGIS by adding new features, tools, and capabilities. </a:t>
            </a:r>
          </a:p>
          <a:p>
            <a:r>
              <a:rPr lang="en-US" dirty="0"/>
              <a:t>We will use the semi-automatic classification plugin(SCP), and </a:t>
            </a:r>
            <a:r>
              <a:rPr lang="en-US" dirty="0" err="1"/>
              <a:t>dzetsaka</a:t>
            </a:r>
            <a:endParaRPr lang="en-US" dirty="0"/>
          </a:p>
          <a:p>
            <a:endParaRPr lang="nl-BE" dirty="0"/>
          </a:p>
          <a:p>
            <a:pPr marL="342900" indent="-342900">
              <a:buFont typeface="+mj-lt"/>
              <a:buAutoNum type="arabicPeriod"/>
            </a:pPr>
            <a:r>
              <a:rPr lang="nl-BE" dirty="0"/>
              <a:t>Click on </a:t>
            </a:r>
            <a:r>
              <a:rPr lang="nl-BE" b="1" dirty="0" err="1"/>
              <a:t>Plugins</a:t>
            </a:r>
            <a:r>
              <a:rPr lang="nl-BE" dirty="0"/>
              <a:t> </a:t>
            </a:r>
            <a:r>
              <a:rPr lang="nl-BE" dirty="0" err="1"/>
              <a:t>and</a:t>
            </a:r>
            <a:r>
              <a:rPr lang="nl-BE" dirty="0"/>
              <a:t> select </a:t>
            </a:r>
            <a:r>
              <a:rPr lang="nl-BE" b="1" dirty="0"/>
              <a:t>Manage </a:t>
            </a:r>
            <a:r>
              <a:rPr lang="nl-BE" b="1" dirty="0" err="1"/>
              <a:t>and</a:t>
            </a:r>
            <a:r>
              <a:rPr lang="nl-BE" b="1" dirty="0"/>
              <a:t> </a:t>
            </a:r>
            <a:r>
              <a:rPr lang="nl-BE" b="1" dirty="0" err="1"/>
              <a:t>Install</a:t>
            </a:r>
            <a:r>
              <a:rPr lang="nl-BE" b="1" dirty="0"/>
              <a:t> </a:t>
            </a:r>
            <a:r>
              <a:rPr lang="nl-BE" b="1" dirty="0" err="1"/>
              <a:t>Plugins</a:t>
            </a:r>
            <a:r>
              <a:rPr lang="nl-BE" b="1" dirty="0"/>
              <a:t>…</a:t>
            </a:r>
            <a:endParaRPr lang="nl-BE" dirty="0"/>
          </a:p>
          <a:p>
            <a:pPr marL="342900" indent="-342900">
              <a:buFont typeface="+mj-lt"/>
              <a:buAutoNum type="arabicPeriod"/>
            </a:pPr>
            <a:endParaRPr lang="nl-BE" dirty="0"/>
          </a:p>
          <a:p>
            <a:pPr marL="342900" indent="-342900">
              <a:buFont typeface="+mj-lt"/>
              <a:buAutoNum type="arabicPeriod"/>
            </a:pPr>
            <a:r>
              <a:rPr lang="nl-BE" dirty="0"/>
              <a:t>The </a:t>
            </a:r>
            <a:r>
              <a:rPr lang="nl-BE" dirty="0" err="1"/>
              <a:t>Plugins</a:t>
            </a:r>
            <a:r>
              <a:rPr lang="nl-BE" dirty="0"/>
              <a:t> </a:t>
            </a:r>
            <a:r>
              <a:rPr lang="nl-BE" dirty="0" err="1"/>
              <a:t>window</a:t>
            </a:r>
            <a:r>
              <a:rPr lang="nl-BE" dirty="0"/>
              <a:t> </a:t>
            </a:r>
            <a:r>
              <a:rPr lang="nl-BE" dirty="0" err="1"/>
              <a:t>opens</a:t>
            </a:r>
            <a:r>
              <a:rPr lang="nl-BE" dirty="0"/>
              <a:t>. Click on </a:t>
            </a:r>
            <a:r>
              <a:rPr lang="nl-BE" dirty="0" err="1"/>
              <a:t>All</a:t>
            </a:r>
            <a:r>
              <a:rPr lang="nl-BE" dirty="0"/>
              <a:t> on </a:t>
            </a:r>
            <a:r>
              <a:rPr lang="nl-BE" dirty="0" err="1"/>
              <a:t>the</a:t>
            </a:r>
            <a:r>
              <a:rPr lang="nl-BE" dirty="0"/>
              <a:t> </a:t>
            </a:r>
            <a:r>
              <a:rPr lang="nl-BE" dirty="0" err="1"/>
              <a:t>left</a:t>
            </a:r>
            <a:r>
              <a:rPr lang="nl-BE" dirty="0"/>
              <a:t> hand </a:t>
            </a:r>
            <a:r>
              <a:rPr lang="nl-BE" dirty="0" err="1"/>
              <a:t>pane</a:t>
            </a:r>
            <a:r>
              <a:rPr lang="nl-BE" dirty="0"/>
              <a:t>.</a:t>
            </a:r>
          </a:p>
          <a:p>
            <a:pPr marL="342900" indent="-342900">
              <a:buFont typeface="+mj-lt"/>
              <a:buAutoNum type="arabicPeriod"/>
            </a:pPr>
            <a:endParaRPr lang="nl-BE" dirty="0"/>
          </a:p>
          <a:p>
            <a:pPr marL="342900" indent="-342900">
              <a:buFont typeface="+mj-lt"/>
              <a:buAutoNum type="arabicPeriod"/>
            </a:pPr>
            <a:r>
              <a:rPr lang="nl-BE" dirty="0"/>
              <a:t>On </a:t>
            </a:r>
            <a:r>
              <a:rPr lang="nl-BE" dirty="0" err="1"/>
              <a:t>the</a:t>
            </a:r>
            <a:r>
              <a:rPr lang="nl-BE" dirty="0"/>
              <a:t> search bar, type </a:t>
            </a:r>
            <a:r>
              <a:rPr lang="en-US" b="1" dirty="0"/>
              <a:t>semi-automatic classification</a:t>
            </a:r>
          </a:p>
          <a:p>
            <a:pPr marL="342900" indent="-342900">
              <a:buFont typeface="+mj-lt"/>
              <a:buAutoNum type="arabicPeriod"/>
            </a:pPr>
            <a:endParaRPr lang="nl-BE" b="1" dirty="0"/>
          </a:p>
          <a:p>
            <a:pPr marL="342900" indent="-342900">
              <a:buFont typeface="+mj-lt"/>
              <a:buAutoNum type="arabicPeriod"/>
            </a:pPr>
            <a:r>
              <a:rPr lang="nl-BE" dirty="0"/>
              <a:t>Click on </a:t>
            </a:r>
            <a:r>
              <a:rPr lang="nl-BE" dirty="0" err="1"/>
              <a:t>Install</a:t>
            </a:r>
            <a:r>
              <a:rPr lang="nl-BE" dirty="0"/>
              <a:t> </a:t>
            </a:r>
            <a:r>
              <a:rPr lang="nl-BE" dirty="0" err="1"/>
              <a:t>Plugin</a:t>
            </a:r>
            <a:endParaRPr lang="nl-BE" dirty="0"/>
          </a:p>
          <a:p>
            <a:pPr marL="342900" indent="-342900">
              <a:buFont typeface="+mj-lt"/>
              <a:buAutoNum type="arabicPeriod"/>
            </a:pPr>
            <a:endParaRPr lang="nl-BE" dirty="0"/>
          </a:p>
          <a:p>
            <a:pPr marL="342900" indent="-342900">
              <a:buFont typeface="+mj-lt"/>
              <a:buAutoNum type="arabicPeriod"/>
            </a:pPr>
            <a:r>
              <a:rPr lang="nl-BE" dirty="0"/>
              <a:t>Back on </a:t>
            </a:r>
            <a:r>
              <a:rPr lang="nl-BE" dirty="0" err="1"/>
              <a:t>the</a:t>
            </a:r>
            <a:r>
              <a:rPr lang="nl-BE" dirty="0"/>
              <a:t> search bar, type </a:t>
            </a:r>
            <a:r>
              <a:rPr lang="en-US" b="1" dirty="0" err="1"/>
              <a:t>dzetsaka</a:t>
            </a:r>
            <a:r>
              <a:rPr lang="en-US" b="1" dirty="0"/>
              <a:t>, and Install plugin as well</a:t>
            </a:r>
          </a:p>
          <a:p>
            <a:pPr marL="342900" indent="-342900">
              <a:buFont typeface="+mj-lt"/>
              <a:buAutoNum type="arabicPeriod"/>
            </a:pPr>
            <a:endParaRPr lang="nl-BE" dirty="0"/>
          </a:p>
          <a:p>
            <a:pPr marL="342900" indent="-342900">
              <a:buFont typeface="+mj-lt"/>
              <a:buAutoNum type="arabicPeriod"/>
            </a:pPr>
            <a:r>
              <a:rPr lang="nl-BE" dirty="0"/>
              <a:t>Close </a:t>
            </a:r>
            <a:r>
              <a:rPr lang="nl-BE" dirty="0" err="1"/>
              <a:t>the</a:t>
            </a:r>
            <a:r>
              <a:rPr lang="nl-BE" dirty="0"/>
              <a:t> </a:t>
            </a:r>
            <a:r>
              <a:rPr lang="nl-BE" dirty="0" err="1"/>
              <a:t>window</a:t>
            </a:r>
            <a:r>
              <a:rPr lang="nl-BE" dirty="0"/>
              <a:t>.</a:t>
            </a:r>
            <a:endParaRPr lang="en-BE" dirty="0"/>
          </a:p>
        </p:txBody>
      </p:sp>
      <p:pic>
        <p:nvPicPr>
          <p:cNvPr id="8" name="Picture 7" descr="A screenshot of a computer&#10;&#10;AI-generated content may be incorrect.">
            <a:extLst>
              <a:ext uri="{FF2B5EF4-FFF2-40B4-BE49-F238E27FC236}">
                <a16:creationId xmlns:a16="http://schemas.microsoft.com/office/drawing/2014/main" id="{DDDC06B7-4395-5487-DF4E-E0FF26908677}"/>
              </a:ext>
            </a:extLst>
          </p:cNvPr>
          <p:cNvPicPr>
            <a:picLocks noChangeAspect="1"/>
          </p:cNvPicPr>
          <p:nvPr/>
        </p:nvPicPr>
        <p:blipFill>
          <a:blip r:embed="rId2"/>
          <a:srcRect b="9271"/>
          <a:stretch/>
        </p:blipFill>
        <p:spPr>
          <a:xfrm>
            <a:off x="4328160" y="1236409"/>
            <a:ext cx="7863840" cy="5621591"/>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EA469A9-FBD2-5957-2AA5-CC9A6460DC14}"/>
              </a:ext>
            </a:extLst>
          </p:cNvPr>
          <p:cNvPicPr>
            <a:picLocks noChangeAspect="1"/>
          </p:cNvPicPr>
          <p:nvPr/>
        </p:nvPicPr>
        <p:blipFill>
          <a:blip r:embed="rId3"/>
          <a:srcRect l="5086" t="30175" r="911" b="2316"/>
          <a:stretch/>
        </p:blipFill>
        <p:spPr>
          <a:xfrm>
            <a:off x="4796054" y="2924653"/>
            <a:ext cx="7324826" cy="3813031"/>
          </a:xfrm>
          <a:prstGeom prst="rect">
            <a:avLst/>
          </a:prstGeom>
        </p:spPr>
      </p:pic>
      <p:sp>
        <p:nvSpPr>
          <p:cNvPr id="4" name="TextBox 3">
            <a:extLst>
              <a:ext uri="{FF2B5EF4-FFF2-40B4-BE49-F238E27FC236}">
                <a16:creationId xmlns:a16="http://schemas.microsoft.com/office/drawing/2014/main" id="{573A4A50-496C-F9C9-132D-C9AE200FCADF}"/>
              </a:ext>
            </a:extLst>
          </p:cNvPr>
          <p:cNvSpPr txBox="1"/>
          <p:nvPr/>
        </p:nvSpPr>
        <p:spPr>
          <a:xfrm>
            <a:off x="5681136" y="1431790"/>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6" name="TextBox 5">
            <a:extLst>
              <a:ext uri="{FF2B5EF4-FFF2-40B4-BE49-F238E27FC236}">
                <a16:creationId xmlns:a16="http://schemas.microsoft.com/office/drawing/2014/main" id="{3CE6809A-DE9F-D6D3-DB02-E1AB99BEE544}"/>
              </a:ext>
            </a:extLst>
          </p:cNvPr>
          <p:cNvSpPr txBox="1"/>
          <p:nvPr/>
        </p:nvSpPr>
        <p:spPr>
          <a:xfrm>
            <a:off x="5473701" y="3120034"/>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7" name="TextBox 6">
            <a:extLst>
              <a:ext uri="{FF2B5EF4-FFF2-40B4-BE49-F238E27FC236}">
                <a16:creationId xmlns:a16="http://schemas.microsoft.com/office/drawing/2014/main" id="{968378F8-6DEC-5531-856A-F86C04C76905}"/>
              </a:ext>
            </a:extLst>
          </p:cNvPr>
          <p:cNvSpPr txBox="1"/>
          <p:nvPr/>
        </p:nvSpPr>
        <p:spPr>
          <a:xfrm>
            <a:off x="8645143" y="3075434"/>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9" name="TextBox 8">
            <a:extLst>
              <a:ext uri="{FF2B5EF4-FFF2-40B4-BE49-F238E27FC236}">
                <a16:creationId xmlns:a16="http://schemas.microsoft.com/office/drawing/2014/main" id="{C11A0899-F896-14E7-B819-64EA8D45866E}"/>
              </a:ext>
            </a:extLst>
          </p:cNvPr>
          <p:cNvSpPr txBox="1"/>
          <p:nvPr/>
        </p:nvSpPr>
        <p:spPr>
          <a:xfrm>
            <a:off x="11174983" y="5961890"/>
            <a:ext cx="611633" cy="338554"/>
          </a:xfrm>
          <a:prstGeom prst="rect">
            <a:avLst/>
          </a:prstGeom>
          <a:solidFill>
            <a:schemeClr val="accent1"/>
          </a:solidFill>
        </p:spPr>
        <p:txBody>
          <a:bodyPr wrap="square" rtlCol="0">
            <a:spAutoFit/>
          </a:bodyPr>
          <a:lstStyle/>
          <a:p>
            <a:r>
              <a:rPr lang="nl-BE" sz="1600" b="1" dirty="0"/>
              <a:t>4, 5</a:t>
            </a:r>
            <a:endParaRPr lang="en-GB" sz="1600" b="1" dirty="0"/>
          </a:p>
        </p:txBody>
      </p:sp>
      <p:sp>
        <p:nvSpPr>
          <p:cNvPr id="10" name="TextBox 9">
            <a:extLst>
              <a:ext uri="{FF2B5EF4-FFF2-40B4-BE49-F238E27FC236}">
                <a16:creationId xmlns:a16="http://schemas.microsoft.com/office/drawing/2014/main" id="{729AD843-70E6-E02B-D956-BF6B02EB1E16}"/>
              </a:ext>
            </a:extLst>
          </p:cNvPr>
          <p:cNvSpPr txBox="1"/>
          <p:nvPr/>
        </p:nvSpPr>
        <p:spPr>
          <a:xfrm>
            <a:off x="10525759" y="6399130"/>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Tree>
    <p:extLst>
      <p:ext uri="{BB962C8B-B14F-4D97-AF65-F5344CB8AC3E}">
        <p14:creationId xmlns:p14="http://schemas.microsoft.com/office/powerpoint/2010/main" val="1637301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18242-5CDB-8C6D-79BC-2098C493162A}"/>
            </a:ext>
          </a:extLst>
        </p:cNvPr>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6ED98A58-42A2-1A6C-1810-3F544ED88C77}"/>
              </a:ext>
            </a:extLst>
          </p:cNvPr>
          <p:cNvPicPr>
            <a:picLocks noChangeAspect="1"/>
          </p:cNvPicPr>
          <p:nvPr/>
        </p:nvPicPr>
        <p:blipFill>
          <a:blip r:embed="rId2"/>
          <a:stretch>
            <a:fillRect/>
          </a:stretch>
        </p:blipFill>
        <p:spPr>
          <a:xfrm>
            <a:off x="3170263" y="1196162"/>
            <a:ext cx="9021737" cy="5661838"/>
          </a:xfrm>
          <a:prstGeom prst="rect">
            <a:avLst/>
          </a:prstGeom>
        </p:spPr>
      </p:pic>
      <p:sp>
        <p:nvSpPr>
          <p:cNvPr id="2" name="Title 1">
            <a:extLst>
              <a:ext uri="{FF2B5EF4-FFF2-40B4-BE49-F238E27FC236}">
                <a16:creationId xmlns:a16="http://schemas.microsoft.com/office/drawing/2014/main" id="{15EF658B-31A0-633A-08B3-D6C9BE2D6969}"/>
              </a:ext>
            </a:extLst>
          </p:cNvPr>
          <p:cNvSpPr>
            <a:spLocks noGrp="1"/>
          </p:cNvSpPr>
          <p:nvPr>
            <p:ph type="title"/>
          </p:nvPr>
        </p:nvSpPr>
        <p:spPr>
          <a:xfrm>
            <a:off x="421640" y="702968"/>
            <a:ext cx="9353724" cy="684222"/>
          </a:xfrm>
        </p:spPr>
        <p:txBody>
          <a:bodyPr>
            <a:noAutofit/>
          </a:bodyPr>
          <a:lstStyle/>
          <a:p>
            <a:r>
              <a:rPr lang="nl-BE" sz="2400" dirty="0" err="1"/>
              <a:t>Launch</a:t>
            </a:r>
            <a:r>
              <a:rPr lang="nl-BE" sz="2400" dirty="0"/>
              <a:t> SCP</a:t>
            </a:r>
          </a:p>
        </p:txBody>
      </p:sp>
      <p:sp>
        <p:nvSpPr>
          <p:cNvPr id="3" name="TextBox 2">
            <a:extLst>
              <a:ext uri="{FF2B5EF4-FFF2-40B4-BE49-F238E27FC236}">
                <a16:creationId xmlns:a16="http://schemas.microsoft.com/office/drawing/2014/main" id="{2AD00B0D-0B0B-8B49-191B-E19B8198F148}"/>
              </a:ext>
            </a:extLst>
          </p:cNvPr>
          <p:cNvSpPr txBox="1"/>
          <p:nvPr/>
        </p:nvSpPr>
        <p:spPr>
          <a:xfrm>
            <a:off x="9155856" y="1711107"/>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cxnSp>
        <p:nvCxnSpPr>
          <p:cNvPr id="5" name="Straight Arrow Connector 4">
            <a:extLst>
              <a:ext uri="{FF2B5EF4-FFF2-40B4-BE49-F238E27FC236}">
                <a16:creationId xmlns:a16="http://schemas.microsoft.com/office/drawing/2014/main" id="{D64E54FE-894A-14DF-3291-A062B5238350}"/>
              </a:ext>
            </a:extLst>
          </p:cNvPr>
          <p:cNvCxnSpPr>
            <a:cxnSpLocks/>
          </p:cNvCxnSpPr>
          <p:nvPr/>
        </p:nvCxnSpPr>
        <p:spPr>
          <a:xfrm>
            <a:off x="9308592" y="2020824"/>
            <a:ext cx="0" cy="1920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230C8960-CBE1-FBC9-70B7-BF1AC4366BAE}"/>
              </a:ext>
            </a:extLst>
          </p:cNvPr>
          <p:cNvSpPr txBox="1"/>
          <p:nvPr/>
        </p:nvSpPr>
        <p:spPr>
          <a:xfrm>
            <a:off x="3547536" y="3784041"/>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9" name="Text Placeholder 3">
            <a:extLst>
              <a:ext uri="{FF2B5EF4-FFF2-40B4-BE49-F238E27FC236}">
                <a16:creationId xmlns:a16="http://schemas.microsoft.com/office/drawing/2014/main" id="{98B9FEA1-437A-586F-053E-7147C8140C90}"/>
              </a:ext>
            </a:extLst>
          </p:cNvPr>
          <p:cNvSpPr txBox="1">
            <a:spLocks/>
          </p:cNvSpPr>
          <p:nvPr/>
        </p:nvSpPr>
        <p:spPr>
          <a:xfrm>
            <a:off x="71120" y="1674461"/>
            <a:ext cx="2982975" cy="3509078"/>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nl-BE" dirty="0"/>
              <a:t>Click on </a:t>
            </a:r>
            <a:r>
              <a:rPr lang="nl-BE" dirty="0" err="1"/>
              <a:t>the</a:t>
            </a:r>
            <a:r>
              <a:rPr lang="nl-BE" dirty="0"/>
              <a:t> </a:t>
            </a:r>
            <a:r>
              <a:rPr lang="nl-BE" b="1" dirty="0"/>
              <a:t>SCP icon </a:t>
            </a:r>
            <a:r>
              <a:rPr lang="nl-BE" dirty="0" err="1"/>
              <a:t>to</a:t>
            </a:r>
            <a:r>
              <a:rPr lang="nl-BE" dirty="0"/>
              <a:t> open </a:t>
            </a:r>
            <a:r>
              <a:rPr lang="nl-BE" dirty="0" err="1"/>
              <a:t>the</a:t>
            </a:r>
            <a:r>
              <a:rPr lang="nl-BE" dirty="0"/>
              <a:t> </a:t>
            </a:r>
            <a:r>
              <a:rPr lang="nl-BE" dirty="0" err="1"/>
              <a:t>plugin</a:t>
            </a:r>
            <a:r>
              <a:rPr lang="nl-BE" dirty="0"/>
              <a:t> </a:t>
            </a:r>
            <a:r>
              <a:rPr lang="nl-BE" dirty="0" err="1"/>
              <a:t>window</a:t>
            </a:r>
            <a:r>
              <a:rPr lang="nl-BE" dirty="0"/>
              <a:t>(3)</a:t>
            </a:r>
          </a:p>
          <a:p>
            <a:pPr marL="342900" indent="-342900">
              <a:buFont typeface="+mj-lt"/>
              <a:buAutoNum type="arabicPeriod"/>
            </a:pPr>
            <a:endParaRPr lang="nl-BE" dirty="0"/>
          </a:p>
          <a:p>
            <a:pPr marL="342900" indent="-342900">
              <a:buFont typeface="+mj-lt"/>
              <a:buAutoNum type="arabicPeriod"/>
            </a:pPr>
            <a:r>
              <a:rPr lang="nl-BE" dirty="0" err="1"/>
              <a:t>You</a:t>
            </a:r>
            <a:r>
              <a:rPr lang="nl-BE" dirty="0"/>
              <a:t> </a:t>
            </a:r>
            <a:r>
              <a:rPr lang="nl-BE" dirty="0" err="1"/>
              <a:t>can</a:t>
            </a:r>
            <a:r>
              <a:rPr lang="nl-BE" dirty="0"/>
              <a:t> open SCP </a:t>
            </a:r>
            <a:r>
              <a:rPr lang="nl-BE" dirty="0" err="1"/>
              <a:t>by</a:t>
            </a:r>
            <a:r>
              <a:rPr lang="nl-BE" dirty="0"/>
              <a:t> </a:t>
            </a:r>
            <a:r>
              <a:rPr lang="nl-BE" dirty="0" err="1"/>
              <a:t>expanding</a:t>
            </a:r>
            <a:r>
              <a:rPr lang="nl-BE" dirty="0"/>
              <a:t> </a:t>
            </a:r>
            <a:r>
              <a:rPr lang="nl-BE" dirty="0" err="1"/>
              <a:t>the</a:t>
            </a:r>
            <a:r>
              <a:rPr lang="nl-BE" dirty="0"/>
              <a:t> </a:t>
            </a:r>
            <a:r>
              <a:rPr lang="nl-BE" b="1" dirty="0"/>
              <a:t>SCP </a:t>
            </a:r>
            <a:r>
              <a:rPr lang="nl-BE" b="1" dirty="0" err="1"/>
              <a:t>Dock</a:t>
            </a:r>
            <a:r>
              <a:rPr lang="nl-BE" dirty="0"/>
              <a:t>. </a:t>
            </a:r>
            <a:r>
              <a:rPr lang="nl-BE" dirty="0" err="1"/>
              <a:t>Otherwise</a:t>
            </a:r>
            <a:r>
              <a:rPr lang="nl-BE" dirty="0"/>
              <a:t>, close </a:t>
            </a:r>
            <a:r>
              <a:rPr lang="nl-BE" dirty="0" err="1"/>
              <a:t>this</a:t>
            </a:r>
            <a:r>
              <a:rPr lang="nl-BE" dirty="0"/>
              <a:t> </a:t>
            </a:r>
            <a:r>
              <a:rPr lang="nl-BE" dirty="0" err="1"/>
              <a:t>dock</a:t>
            </a:r>
            <a:r>
              <a:rPr lang="nl-BE" dirty="0"/>
              <a:t> </a:t>
            </a:r>
            <a:r>
              <a:rPr lang="nl-BE" dirty="0" err="1"/>
              <a:t>for</a:t>
            </a:r>
            <a:r>
              <a:rPr lang="nl-BE" dirty="0"/>
              <a:t> </a:t>
            </a:r>
            <a:r>
              <a:rPr lang="nl-BE" dirty="0" err="1"/>
              <a:t>better</a:t>
            </a:r>
            <a:r>
              <a:rPr lang="nl-BE" dirty="0"/>
              <a:t> </a:t>
            </a:r>
            <a:r>
              <a:rPr lang="nl-BE" dirty="0" err="1"/>
              <a:t>visibility</a:t>
            </a:r>
            <a:r>
              <a:rPr lang="nl-BE" dirty="0"/>
              <a:t> of </a:t>
            </a:r>
            <a:r>
              <a:rPr lang="nl-BE" dirty="0" err="1"/>
              <a:t>the</a:t>
            </a:r>
            <a:r>
              <a:rPr lang="nl-BE" dirty="0"/>
              <a:t> </a:t>
            </a:r>
            <a:r>
              <a:rPr lang="nl-BE" dirty="0" err="1"/>
              <a:t>Layers</a:t>
            </a:r>
            <a:r>
              <a:rPr lang="nl-BE" dirty="0"/>
              <a:t> panel</a:t>
            </a:r>
          </a:p>
        </p:txBody>
      </p:sp>
      <p:sp>
        <p:nvSpPr>
          <p:cNvPr id="10" name="TextBox 9">
            <a:extLst>
              <a:ext uri="{FF2B5EF4-FFF2-40B4-BE49-F238E27FC236}">
                <a16:creationId xmlns:a16="http://schemas.microsoft.com/office/drawing/2014/main" id="{4039B0A6-936E-99D0-5DA9-F8DE99B79849}"/>
              </a:ext>
            </a:extLst>
          </p:cNvPr>
          <p:cNvSpPr txBox="1"/>
          <p:nvPr/>
        </p:nvSpPr>
        <p:spPr>
          <a:xfrm>
            <a:off x="10247040" y="2573985"/>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Tree>
    <p:extLst>
      <p:ext uri="{BB962C8B-B14F-4D97-AF65-F5344CB8AC3E}">
        <p14:creationId xmlns:p14="http://schemas.microsoft.com/office/powerpoint/2010/main" val="45708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1A33D-CD91-8630-93D7-6F238033E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E94C-CCA2-1A51-666D-6C3772D341AC}"/>
              </a:ext>
            </a:extLst>
          </p:cNvPr>
          <p:cNvSpPr>
            <a:spLocks noGrp="1"/>
          </p:cNvSpPr>
          <p:nvPr>
            <p:ph type="title"/>
          </p:nvPr>
        </p:nvSpPr>
        <p:spPr>
          <a:xfrm>
            <a:off x="3551508" y="2756304"/>
            <a:ext cx="5610780" cy="974448"/>
          </a:xfrm>
        </p:spPr>
        <p:txBody>
          <a:bodyPr>
            <a:normAutofit fontScale="90000"/>
          </a:bodyPr>
          <a:lstStyle/>
          <a:p>
            <a:r>
              <a:rPr lang="nl-BE" dirty="0" err="1"/>
              <a:t>Define</a:t>
            </a:r>
            <a:r>
              <a:rPr lang="nl-BE" dirty="0"/>
              <a:t> area of interest</a:t>
            </a:r>
            <a:endParaRPr lang="en-BE" dirty="0"/>
          </a:p>
        </p:txBody>
      </p:sp>
    </p:spTree>
    <p:extLst>
      <p:ext uri="{BB962C8B-B14F-4D97-AF65-F5344CB8AC3E}">
        <p14:creationId xmlns:p14="http://schemas.microsoft.com/office/powerpoint/2010/main" val="3181969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2FE95-1523-BB62-DE73-8DC45168ADCD}"/>
              </a:ext>
            </a:extLst>
          </p:cNvPr>
          <p:cNvSpPr>
            <a:spLocks noGrp="1"/>
          </p:cNvSpPr>
          <p:nvPr>
            <p:ph type="title"/>
          </p:nvPr>
        </p:nvSpPr>
        <p:spPr>
          <a:xfrm>
            <a:off x="421640" y="702968"/>
            <a:ext cx="9353724" cy="684222"/>
          </a:xfrm>
        </p:spPr>
        <p:txBody>
          <a:bodyPr>
            <a:noAutofit/>
          </a:bodyPr>
          <a:lstStyle/>
          <a:p>
            <a:r>
              <a:rPr lang="nl-BE" sz="2400" dirty="0" err="1"/>
              <a:t>Laod</a:t>
            </a:r>
            <a:r>
              <a:rPr lang="nl-BE" sz="2400" dirty="0"/>
              <a:t> area of interest (</a:t>
            </a:r>
            <a:r>
              <a:rPr lang="nl-BE" sz="2400" dirty="0" err="1"/>
              <a:t>aoi</a:t>
            </a:r>
            <a:r>
              <a:rPr lang="nl-BE" sz="2400" dirty="0"/>
              <a:t>) </a:t>
            </a:r>
            <a:r>
              <a:rPr lang="nl-BE" sz="2400" dirty="0" err="1"/>
              <a:t>bounding</a:t>
            </a:r>
            <a:r>
              <a:rPr lang="nl-BE" sz="2400" dirty="0"/>
              <a:t> box</a:t>
            </a:r>
          </a:p>
        </p:txBody>
      </p:sp>
      <p:sp>
        <p:nvSpPr>
          <p:cNvPr id="3" name="Text Placeholder 3">
            <a:extLst>
              <a:ext uri="{FF2B5EF4-FFF2-40B4-BE49-F238E27FC236}">
                <a16:creationId xmlns:a16="http://schemas.microsoft.com/office/drawing/2014/main" id="{E88994A3-7C9A-DBB2-C051-EFD1F82EF7C5}"/>
              </a:ext>
            </a:extLst>
          </p:cNvPr>
          <p:cNvSpPr txBox="1">
            <a:spLocks/>
          </p:cNvSpPr>
          <p:nvPr/>
        </p:nvSpPr>
        <p:spPr>
          <a:xfrm>
            <a:off x="71120" y="1674460"/>
            <a:ext cx="3668777" cy="503723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nl-BE" dirty="0"/>
              <a:t>Click </a:t>
            </a:r>
            <a:r>
              <a:rPr lang="nl-BE" dirty="0" err="1"/>
              <a:t>the</a:t>
            </a:r>
            <a:r>
              <a:rPr lang="nl-BE" dirty="0"/>
              <a:t> </a:t>
            </a:r>
            <a:r>
              <a:rPr lang="nl-BE" dirty="0" err="1"/>
              <a:t>Layer</a:t>
            </a:r>
            <a:r>
              <a:rPr lang="nl-BE" dirty="0"/>
              <a:t> button, </a:t>
            </a:r>
            <a:r>
              <a:rPr lang="nl-BE" dirty="0" err="1"/>
              <a:t>and</a:t>
            </a:r>
            <a:r>
              <a:rPr lang="nl-BE" dirty="0"/>
              <a:t> select </a:t>
            </a:r>
            <a:r>
              <a:rPr lang="nl-BE" b="1" dirty="0" err="1"/>
              <a:t>Add</a:t>
            </a:r>
            <a:r>
              <a:rPr lang="nl-BE" b="1" dirty="0"/>
              <a:t> </a:t>
            </a:r>
            <a:r>
              <a:rPr lang="nl-BE" b="1" dirty="0" err="1"/>
              <a:t>layer</a:t>
            </a:r>
            <a:endParaRPr lang="nl-BE" b="1" dirty="0"/>
          </a:p>
          <a:p>
            <a:pPr marL="342900" indent="-342900">
              <a:buFont typeface="+mj-lt"/>
              <a:buAutoNum type="arabicPeriod"/>
            </a:pPr>
            <a:endParaRPr lang="nl-BE" b="1" dirty="0"/>
          </a:p>
          <a:p>
            <a:pPr marL="342900" indent="-342900">
              <a:buFont typeface="+mj-lt"/>
              <a:buAutoNum type="arabicPeriod"/>
            </a:pPr>
            <a:r>
              <a:rPr lang="nl-BE" dirty="0"/>
              <a:t>Select </a:t>
            </a:r>
            <a:r>
              <a:rPr lang="nl-BE" b="1" dirty="0" err="1"/>
              <a:t>Add</a:t>
            </a:r>
            <a:r>
              <a:rPr lang="nl-BE" b="1" dirty="0"/>
              <a:t> Vector </a:t>
            </a:r>
            <a:r>
              <a:rPr lang="nl-BE" b="1" dirty="0" err="1"/>
              <a:t>Layer</a:t>
            </a:r>
            <a:r>
              <a:rPr lang="nl-BE" b="1" dirty="0"/>
              <a:t>... </a:t>
            </a:r>
            <a:r>
              <a:rPr lang="nl-BE" dirty="0" err="1"/>
              <a:t>This</a:t>
            </a:r>
            <a:r>
              <a:rPr lang="nl-BE" dirty="0"/>
              <a:t> </a:t>
            </a:r>
            <a:r>
              <a:rPr lang="nl-BE" dirty="0" err="1"/>
              <a:t>opens</a:t>
            </a:r>
            <a:r>
              <a:rPr lang="nl-BE" dirty="0"/>
              <a:t> </a:t>
            </a:r>
            <a:r>
              <a:rPr lang="nl-BE" dirty="0" err="1"/>
              <a:t>the</a:t>
            </a:r>
            <a:r>
              <a:rPr lang="nl-BE" dirty="0"/>
              <a:t> Data Source Manager| Vector </a:t>
            </a:r>
            <a:r>
              <a:rPr lang="nl-BE" dirty="0" err="1"/>
              <a:t>window</a:t>
            </a:r>
            <a:r>
              <a:rPr lang="nl-BE" dirty="0"/>
              <a:t>.</a:t>
            </a:r>
          </a:p>
          <a:p>
            <a:pPr marL="342900" indent="-342900">
              <a:buFont typeface="+mj-lt"/>
              <a:buAutoNum type="arabicPeriod"/>
            </a:pPr>
            <a:endParaRPr lang="nl-BE" dirty="0"/>
          </a:p>
          <a:p>
            <a:pPr marL="342900" indent="-342900">
              <a:buFont typeface="+mj-lt"/>
              <a:buAutoNum type="arabicPeriod"/>
            </a:pPr>
            <a:r>
              <a:rPr lang="nl-BE" dirty="0"/>
              <a:t>On </a:t>
            </a:r>
            <a:r>
              <a:rPr lang="nl-BE" b="1" dirty="0"/>
              <a:t>Source</a:t>
            </a:r>
            <a:r>
              <a:rPr lang="nl-BE" dirty="0"/>
              <a:t>, click (</a:t>
            </a:r>
            <a:r>
              <a:rPr lang="nl-BE" b="1" dirty="0"/>
              <a:t>…</a:t>
            </a:r>
            <a:r>
              <a:rPr lang="nl-BE" dirty="0"/>
              <a:t>) on Vector Dataset(s), </a:t>
            </a:r>
            <a:r>
              <a:rPr lang="nl-BE" dirty="0" err="1"/>
              <a:t>and</a:t>
            </a:r>
            <a:r>
              <a:rPr lang="nl-BE" dirty="0"/>
              <a:t> </a:t>
            </a:r>
            <a:r>
              <a:rPr lang="nl-BE" dirty="0" err="1"/>
              <a:t>navigate</a:t>
            </a:r>
            <a:r>
              <a:rPr lang="nl-BE" dirty="0"/>
              <a:t> </a:t>
            </a:r>
            <a:r>
              <a:rPr lang="nl-BE" dirty="0" err="1"/>
              <a:t>to</a:t>
            </a:r>
            <a:r>
              <a:rPr lang="nl-BE" dirty="0"/>
              <a:t> </a:t>
            </a:r>
            <a:r>
              <a:rPr lang="nl-BE" dirty="0" err="1"/>
              <a:t>your</a:t>
            </a:r>
            <a:r>
              <a:rPr lang="nl-BE" dirty="0"/>
              <a:t> project data folder. Select </a:t>
            </a:r>
            <a:r>
              <a:rPr lang="nl-BE" b="1" dirty="0" err="1"/>
              <a:t>aoi_bounds.shp</a:t>
            </a:r>
            <a:r>
              <a:rPr lang="nl-BE" dirty="0"/>
              <a:t> </a:t>
            </a:r>
            <a:r>
              <a:rPr lang="nl-BE" dirty="0" err="1"/>
              <a:t>to</a:t>
            </a:r>
            <a:r>
              <a:rPr lang="nl-BE" dirty="0"/>
              <a:t> click </a:t>
            </a:r>
            <a:r>
              <a:rPr lang="nl-BE" b="1" dirty="0"/>
              <a:t>open</a:t>
            </a:r>
            <a:r>
              <a:rPr lang="nl-BE" dirty="0"/>
              <a:t>.</a:t>
            </a:r>
          </a:p>
          <a:p>
            <a:pPr marL="342900" indent="-342900">
              <a:buFont typeface="+mj-lt"/>
              <a:buAutoNum type="arabicPeriod"/>
            </a:pPr>
            <a:endParaRPr lang="nl-BE" dirty="0"/>
          </a:p>
          <a:p>
            <a:pPr marL="342900" indent="-342900">
              <a:buFont typeface="+mj-lt"/>
              <a:buAutoNum type="arabicPeriod"/>
            </a:pPr>
            <a:r>
              <a:rPr lang="nl-BE" dirty="0"/>
              <a:t>Click </a:t>
            </a:r>
            <a:r>
              <a:rPr lang="nl-BE" b="1" dirty="0" err="1"/>
              <a:t>Add</a:t>
            </a:r>
            <a:endParaRPr lang="nl-BE" b="1" dirty="0"/>
          </a:p>
          <a:p>
            <a:pPr marL="342900" indent="-342900">
              <a:buFont typeface="+mj-lt"/>
              <a:buAutoNum type="arabicPeriod"/>
            </a:pPr>
            <a:endParaRPr lang="nl-BE" dirty="0"/>
          </a:p>
          <a:p>
            <a:pPr marL="342900" indent="-342900">
              <a:buFont typeface="+mj-lt"/>
              <a:buAutoNum type="arabicPeriod"/>
            </a:pPr>
            <a:r>
              <a:rPr lang="nl-BE" dirty="0"/>
              <a:t>Click </a:t>
            </a:r>
            <a:r>
              <a:rPr lang="nl-BE" b="1" dirty="0"/>
              <a:t>Close</a:t>
            </a:r>
            <a:r>
              <a:rPr lang="nl-BE" dirty="0"/>
              <a:t> </a:t>
            </a:r>
            <a:r>
              <a:rPr lang="nl-BE" dirty="0" err="1"/>
              <a:t>to</a:t>
            </a:r>
            <a:r>
              <a:rPr lang="nl-BE" dirty="0"/>
              <a:t> exit </a:t>
            </a:r>
            <a:r>
              <a:rPr lang="nl-BE" dirty="0" err="1"/>
              <a:t>the</a:t>
            </a:r>
            <a:r>
              <a:rPr lang="nl-BE" dirty="0"/>
              <a:t> </a:t>
            </a:r>
            <a:r>
              <a:rPr lang="nl-BE" dirty="0" err="1"/>
              <a:t>window</a:t>
            </a:r>
            <a:r>
              <a:rPr lang="nl-BE" dirty="0"/>
              <a:t>.</a:t>
            </a:r>
          </a:p>
        </p:txBody>
      </p:sp>
      <p:grpSp>
        <p:nvGrpSpPr>
          <p:cNvPr id="22" name="Group 21">
            <a:extLst>
              <a:ext uri="{FF2B5EF4-FFF2-40B4-BE49-F238E27FC236}">
                <a16:creationId xmlns:a16="http://schemas.microsoft.com/office/drawing/2014/main" id="{FD53683B-F806-7DE8-1FE9-F23ADEC8225A}"/>
              </a:ext>
            </a:extLst>
          </p:cNvPr>
          <p:cNvGrpSpPr/>
          <p:nvPr/>
        </p:nvGrpSpPr>
        <p:grpSpPr>
          <a:xfrm>
            <a:off x="3913633" y="1144934"/>
            <a:ext cx="8278368" cy="5713066"/>
            <a:chOff x="3913633" y="1144934"/>
            <a:chExt cx="8278368" cy="5713066"/>
          </a:xfrm>
        </p:grpSpPr>
        <p:pic>
          <p:nvPicPr>
            <p:cNvPr id="12" name="Picture 11" descr="A screenshot of a computer&#10;&#10;AI-generated content may be incorrect.">
              <a:extLst>
                <a:ext uri="{FF2B5EF4-FFF2-40B4-BE49-F238E27FC236}">
                  <a16:creationId xmlns:a16="http://schemas.microsoft.com/office/drawing/2014/main" id="{BAD648D7-DA5D-5E06-0C76-796AA61A31B2}"/>
                </a:ext>
              </a:extLst>
            </p:cNvPr>
            <p:cNvPicPr>
              <a:picLocks noChangeAspect="1"/>
            </p:cNvPicPr>
            <p:nvPr/>
          </p:nvPicPr>
          <p:blipFill>
            <a:blip r:embed="rId2"/>
            <a:stretch>
              <a:fillRect/>
            </a:stretch>
          </p:blipFill>
          <p:spPr>
            <a:xfrm>
              <a:off x="3913633" y="1144934"/>
              <a:ext cx="8278368" cy="5713066"/>
            </a:xfrm>
            <a:prstGeom prst="rect">
              <a:avLst/>
            </a:prstGeom>
          </p:spPr>
        </p:pic>
        <p:sp>
          <p:nvSpPr>
            <p:cNvPr id="13" name="TextBox 12">
              <a:extLst>
                <a:ext uri="{FF2B5EF4-FFF2-40B4-BE49-F238E27FC236}">
                  <a16:creationId xmlns:a16="http://schemas.microsoft.com/office/drawing/2014/main" id="{AC4D44B5-8B38-D651-704B-A1CE5D8E3800}"/>
                </a:ext>
              </a:extLst>
            </p:cNvPr>
            <p:cNvSpPr txBox="1"/>
            <p:nvPr/>
          </p:nvSpPr>
          <p:spPr>
            <a:xfrm>
              <a:off x="5178216" y="1144934"/>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14" name="TextBox 13">
              <a:extLst>
                <a:ext uri="{FF2B5EF4-FFF2-40B4-BE49-F238E27FC236}">
                  <a16:creationId xmlns:a16="http://schemas.microsoft.com/office/drawing/2014/main" id="{3E1D8763-A5E9-8407-C0F3-5A96EF07BA4E}"/>
                </a:ext>
              </a:extLst>
            </p:cNvPr>
            <p:cNvSpPr txBox="1"/>
            <p:nvPr/>
          </p:nvSpPr>
          <p:spPr>
            <a:xfrm>
              <a:off x="10033680" y="1674461"/>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pic>
          <p:nvPicPr>
            <p:cNvPr id="19" name="Picture 18" descr="A screenshot of a computer&#10;&#10;AI-generated content may be incorrect.">
              <a:extLst>
                <a:ext uri="{FF2B5EF4-FFF2-40B4-BE49-F238E27FC236}">
                  <a16:creationId xmlns:a16="http://schemas.microsoft.com/office/drawing/2014/main" id="{88C18C0F-D204-436C-D64C-6D3DE881D7AC}"/>
                </a:ext>
              </a:extLst>
            </p:cNvPr>
            <p:cNvPicPr>
              <a:picLocks noChangeAspect="1"/>
            </p:cNvPicPr>
            <p:nvPr/>
          </p:nvPicPr>
          <p:blipFill>
            <a:blip r:embed="rId3"/>
            <a:stretch>
              <a:fillRect/>
            </a:stretch>
          </p:blipFill>
          <p:spPr>
            <a:xfrm>
              <a:off x="6096000" y="3562809"/>
              <a:ext cx="5409378" cy="3003716"/>
            </a:xfrm>
            <a:prstGeom prst="rect">
              <a:avLst/>
            </a:prstGeom>
            <a:ln>
              <a:noFill/>
            </a:ln>
            <a:effectLst>
              <a:outerShdw blurRad="292100" dist="139700" dir="2700000" algn="tl" rotWithShape="0">
                <a:srgbClr val="333333">
                  <a:alpha val="65000"/>
                </a:srgbClr>
              </a:outerShdw>
            </a:effectLst>
          </p:spPr>
        </p:pic>
        <p:sp>
          <p:nvSpPr>
            <p:cNvPr id="17" name="TextBox 16">
              <a:extLst>
                <a:ext uri="{FF2B5EF4-FFF2-40B4-BE49-F238E27FC236}">
                  <a16:creationId xmlns:a16="http://schemas.microsoft.com/office/drawing/2014/main" id="{9CD432BF-0E62-D6B2-35D1-37708798A874}"/>
                </a:ext>
              </a:extLst>
            </p:cNvPr>
            <p:cNvSpPr txBox="1"/>
            <p:nvPr/>
          </p:nvSpPr>
          <p:spPr>
            <a:xfrm>
              <a:off x="11226486" y="4780977"/>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20" name="TextBox 19">
              <a:extLst>
                <a:ext uri="{FF2B5EF4-FFF2-40B4-BE49-F238E27FC236}">
                  <a16:creationId xmlns:a16="http://schemas.microsoft.com/office/drawing/2014/main" id="{0810D197-9346-3F34-F7CA-9AC4D83952A7}"/>
                </a:ext>
              </a:extLst>
            </p:cNvPr>
            <p:cNvSpPr txBox="1"/>
            <p:nvPr/>
          </p:nvSpPr>
          <p:spPr>
            <a:xfrm>
              <a:off x="10381503" y="6021513"/>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21" name="TextBox 20">
              <a:extLst>
                <a:ext uri="{FF2B5EF4-FFF2-40B4-BE49-F238E27FC236}">
                  <a16:creationId xmlns:a16="http://schemas.microsoft.com/office/drawing/2014/main" id="{EBA81A95-677A-6A4C-BF74-C030B0BB7F9F}"/>
                </a:ext>
              </a:extLst>
            </p:cNvPr>
            <p:cNvSpPr txBox="1"/>
            <p:nvPr/>
          </p:nvSpPr>
          <p:spPr>
            <a:xfrm>
              <a:off x="9385235" y="6212630"/>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grpSp>
    </p:spTree>
    <p:extLst>
      <p:ext uri="{BB962C8B-B14F-4D97-AF65-F5344CB8AC3E}">
        <p14:creationId xmlns:p14="http://schemas.microsoft.com/office/powerpoint/2010/main" val="2668785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E839-EF1D-FB0C-BE16-9FA53B5D9F39}"/>
            </a:ext>
          </a:extLst>
        </p:cNvPr>
        <p:cNvGrpSpPr/>
        <p:nvPr/>
      </p:nvGrpSpPr>
      <p:grpSpPr>
        <a:xfrm>
          <a:off x="0" y="0"/>
          <a:ext cx="0" cy="0"/>
          <a:chOff x="0" y="0"/>
          <a:chExt cx="0" cy="0"/>
        </a:xfrm>
      </p:grpSpPr>
      <p:sp>
        <p:nvSpPr>
          <p:cNvPr id="5" name="Text Placeholder 3">
            <a:extLst>
              <a:ext uri="{FF2B5EF4-FFF2-40B4-BE49-F238E27FC236}">
                <a16:creationId xmlns:a16="http://schemas.microsoft.com/office/drawing/2014/main" id="{BCBEBA08-509D-DA8E-E6C6-FDE9B43BFA6F}"/>
              </a:ext>
            </a:extLst>
          </p:cNvPr>
          <p:cNvSpPr txBox="1">
            <a:spLocks/>
          </p:cNvSpPr>
          <p:nvPr/>
        </p:nvSpPr>
        <p:spPr>
          <a:xfrm>
            <a:off x="71120" y="1674460"/>
            <a:ext cx="3668777" cy="503723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nl-BE" dirty="0" err="1"/>
              <a:t>Your</a:t>
            </a:r>
            <a:r>
              <a:rPr lang="nl-BE" dirty="0"/>
              <a:t> </a:t>
            </a:r>
            <a:r>
              <a:rPr lang="nl-BE" dirty="0" err="1"/>
              <a:t>aoi_bounds</a:t>
            </a:r>
            <a:r>
              <a:rPr lang="nl-BE" dirty="0"/>
              <a:t> </a:t>
            </a:r>
            <a:r>
              <a:rPr lang="nl-BE" dirty="0" err="1"/>
              <a:t>layer</a:t>
            </a:r>
            <a:r>
              <a:rPr lang="nl-BE" dirty="0"/>
              <a:t> </a:t>
            </a:r>
            <a:r>
              <a:rPr lang="nl-BE" dirty="0" err="1"/>
              <a:t>should</a:t>
            </a:r>
            <a:r>
              <a:rPr lang="nl-BE" dirty="0"/>
              <a:t> </a:t>
            </a:r>
            <a:r>
              <a:rPr lang="nl-BE" dirty="0" err="1"/>
              <a:t>now</a:t>
            </a:r>
            <a:r>
              <a:rPr lang="nl-BE" dirty="0"/>
              <a:t> </a:t>
            </a:r>
            <a:r>
              <a:rPr lang="nl-BE" dirty="0" err="1"/>
              <a:t>be</a:t>
            </a:r>
            <a:r>
              <a:rPr lang="nl-BE" dirty="0"/>
              <a:t> </a:t>
            </a:r>
            <a:r>
              <a:rPr lang="nl-BE" dirty="0" err="1"/>
              <a:t>visible</a:t>
            </a:r>
            <a:r>
              <a:rPr lang="nl-BE" dirty="0"/>
              <a:t> on </a:t>
            </a:r>
            <a:r>
              <a:rPr lang="nl-BE" dirty="0" err="1"/>
              <a:t>the</a:t>
            </a:r>
            <a:r>
              <a:rPr lang="nl-BE" dirty="0"/>
              <a:t> </a:t>
            </a:r>
            <a:r>
              <a:rPr lang="nl-BE" b="1" dirty="0" err="1"/>
              <a:t>Layers</a:t>
            </a:r>
            <a:r>
              <a:rPr lang="nl-BE" dirty="0"/>
              <a:t> panel.</a:t>
            </a:r>
            <a:endParaRPr lang="nl-BE" b="1" dirty="0"/>
          </a:p>
          <a:p>
            <a:pPr marL="342900" indent="-342900">
              <a:buFont typeface="+mj-lt"/>
              <a:buAutoNum type="arabicPeriod"/>
            </a:pPr>
            <a:endParaRPr lang="nl-BE" b="1" dirty="0"/>
          </a:p>
          <a:p>
            <a:pPr marL="342900" indent="-342900">
              <a:buFont typeface="+mj-lt"/>
              <a:buAutoNum type="arabicPeriod"/>
            </a:pPr>
            <a:r>
              <a:rPr lang="nl-BE" dirty="0" err="1"/>
              <a:t>You</a:t>
            </a:r>
            <a:r>
              <a:rPr lang="nl-BE" dirty="0"/>
              <a:t> </a:t>
            </a:r>
            <a:r>
              <a:rPr lang="nl-BE" dirty="0" err="1"/>
              <a:t>can</a:t>
            </a:r>
            <a:r>
              <a:rPr lang="nl-BE" dirty="0"/>
              <a:t> </a:t>
            </a:r>
            <a:r>
              <a:rPr lang="nl-BE" dirty="0" err="1"/>
              <a:t>also</a:t>
            </a:r>
            <a:r>
              <a:rPr lang="nl-BE" dirty="0"/>
              <a:t> </a:t>
            </a:r>
            <a:r>
              <a:rPr lang="nl-BE" dirty="0" err="1"/>
              <a:t>navigate</a:t>
            </a:r>
            <a:r>
              <a:rPr lang="nl-BE" dirty="0"/>
              <a:t> </a:t>
            </a:r>
            <a:r>
              <a:rPr lang="nl-BE" dirty="0" err="1"/>
              <a:t>to</a:t>
            </a:r>
            <a:r>
              <a:rPr lang="nl-BE" dirty="0"/>
              <a:t> </a:t>
            </a:r>
            <a:r>
              <a:rPr lang="nl-BE" dirty="0" err="1"/>
              <a:t>your</a:t>
            </a:r>
            <a:r>
              <a:rPr lang="nl-BE" dirty="0"/>
              <a:t> project folder on </a:t>
            </a:r>
            <a:r>
              <a:rPr lang="nl-BE" dirty="0" err="1"/>
              <a:t>the</a:t>
            </a:r>
            <a:r>
              <a:rPr lang="nl-BE" dirty="0"/>
              <a:t> </a:t>
            </a:r>
            <a:r>
              <a:rPr lang="nl-BE" b="1" dirty="0"/>
              <a:t>Browser</a:t>
            </a:r>
            <a:r>
              <a:rPr lang="nl-BE" dirty="0"/>
              <a:t> panel, </a:t>
            </a:r>
            <a:r>
              <a:rPr lang="nl-BE" dirty="0" err="1"/>
              <a:t>an</a:t>
            </a:r>
            <a:r>
              <a:rPr lang="nl-BE" dirty="0"/>
              <a:t> </a:t>
            </a:r>
            <a:r>
              <a:rPr lang="nl-BE" b="1" dirty="0"/>
              <a:t>drag </a:t>
            </a:r>
            <a:r>
              <a:rPr lang="nl-BE" b="1" dirty="0" err="1"/>
              <a:t>and</a:t>
            </a:r>
            <a:r>
              <a:rPr lang="nl-BE" b="1" dirty="0"/>
              <a:t> drop </a:t>
            </a:r>
            <a:r>
              <a:rPr lang="nl-BE" dirty="0" err="1"/>
              <a:t>aoi_bounds.shp</a:t>
            </a:r>
            <a:r>
              <a:rPr lang="nl-BE" dirty="0"/>
              <a:t> </a:t>
            </a:r>
            <a:r>
              <a:rPr lang="nl-BE" dirty="0" err="1"/>
              <a:t>to</a:t>
            </a:r>
            <a:r>
              <a:rPr lang="nl-BE" dirty="0"/>
              <a:t> </a:t>
            </a:r>
            <a:r>
              <a:rPr lang="nl-BE" dirty="0" err="1"/>
              <a:t>the</a:t>
            </a:r>
            <a:r>
              <a:rPr lang="nl-BE" dirty="0"/>
              <a:t> </a:t>
            </a:r>
            <a:r>
              <a:rPr lang="nl-BE" dirty="0" err="1"/>
              <a:t>Layers</a:t>
            </a:r>
            <a:r>
              <a:rPr lang="nl-BE" dirty="0"/>
              <a:t> panel.</a:t>
            </a:r>
          </a:p>
        </p:txBody>
      </p:sp>
      <p:grpSp>
        <p:nvGrpSpPr>
          <p:cNvPr id="16" name="Group 15">
            <a:extLst>
              <a:ext uri="{FF2B5EF4-FFF2-40B4-BE49-F238E27FC236}">
                <a16:creationId xmlns:a16="http://schemas.microsoft.com/office/drawing/2014/main" id="{9481DCF4-589F-AFC2-5EC8-54D9F0BFAE32}"/>
              </a:ext>
            </a:extLst>
          </p:cNvPr>
          <p:cNvGrpSpPr/>
          <p:nvPr/>
        </p:nvGrpSpPr>
        <p:grpSpPr>
          <a:xfrm>
            <a:off x="4014216" y="1244955"/>
            <a:ext cx="8177784" cy="5613045"/>
            <a:chOff x="4014216" y="1244955"/>
            <a:chExt cx="8177784" cy="5613045"/>
          </a:xfrm>
        </p:grpSpPr>
        <p:pic>
          <p:nvPicPr>
            <p:cNvPr id="4" name="Picture 3" descr="A screenshot of a computer&#10;&#10;AI-generated content may be incorrect.">
              <a:extLst>
                <a:ext uri="{FF2B5EF4-FFF2-40B4-BE49-F238E27FC236}">
                  <a16:creationId xmlns:a16="http://schemas.microsoft.com/office/drawing/2014/main" id="{D07F854C-1303-96B8-E3A6-AC4D83CE302E}"/>
                </a:ext>
              </a:extLst>
            </p:cNvPr>
            <p:cNvPicPr>
              <a:picLocks noChangeAspect="1"/>
            </p:cNvPicPr>
            <p:nvPr/>
          </p:nvPicPr>
          <p:blipFill>
            <a:blip r:embed="rId2"/>
            <a:stretch>
              <a:fillRect/>
            </a:stretch>
          </p:blipFill>
          <p:spPr>
            <a:xfrm>
              <a:off x="4014216" y="1244955"/>
              <a:ext cx="8177784" cy="5613045"/>
            </a:xfrm>
            <a:prstGeom prst="rect">
              <a:avLst/>
            </a:prstGeom>
          </p:spPr>
        </p:pic>
        <p:cxnSp>
          <p:nvCxnSpPr>
            <p:cNvPr id="8" name="Connector: Curved 7">
              <a:extLst>
                <a:ext uri="{FF2B5EF4-FFF2-40B4-BE49-F238E27FC236}">
                  <a16:creationId xmlns:a16="http://schemas.microsoft.com/office/drawing/2014/main" id="{4B5FD924-CCEC-7D40-225C-8F03DA0CB8EC}"/>
                </a:ext>
              </a:extLst>
            </p:cNvPr>
            <p:cNvCxnSpPr>
              <a:cxnSpLocks/>
            </p:cNvCxnSpPr>
            <p:nvPr/>
          </p:nvCxnSpPr>
          <p:spPr>
            <a:xfrm rot="5400000">
              <a:off x="4347972" y="3918204"/>
              <a:ext cx="1143000" cy="65836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F88381C-21ED-F2B1-F32C-13A45A48471E}"/>
                </a:ext>
              </a:extLst>
            </p:cNvPr>
            <p:cNvSpPr txBox="1"/>
            <p:nvPr/>
          </p:nvSpPr>
          <p:spPr>
            <a:xfrm>
              <a:off x="4416552" y="2362262"/>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12" name="TextBox 11">
              <a:extLst>
                <a:ext uri="{FF2B5EF4-FFF2-40B4-BE49-F238E27FC236}">
                  <a16:creationId xmlns:a16="http://schemas.microsoft.com/office/drawing/2014/main" id="{596E345E-449F-7D23-038E-39060149231E}"/>
                </a:ext>
              </a:extLst>
            </p:cNvPr>
            <p:cNvSpPr txBox="1"/>
            <p:nvPr/>
          </p:nvSpPr>
          <p:spPr>
            <a:xfrm>
              <a:off x="5522975" y="3395534"/>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grpSp>
      <p:sp>
        <p:nvSpPr>
          <p:cNvPr id="15" name="Title 1">
            <a:extLst>
              <a:ext uri="{FF2B5EF4-FFF2-40B4-BE49-F238E27FC236}">
                <a16:creationId xmlns:a16="http://schemas.microsoft.com/office/drawing/2014/main" id="{3273DFBA-C2DE-B31A-DFBF-F30FEFD1D98F}"/>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Laod</a:t>
            </a:r>
            <a:r>
              <a:rPr lang="nl-BE" sz="2400" dirty="0"/>
              <a:t> area of interest (</a:t>
            </a:r>
            <a:r>
              <a:rPr lang="nl-BE" sz="2400" dirty="0" err="1"/>
              <a:t>aoi</a:t>
            </a:r>
            <a:r>
              <a:rPr lang="nl-BE" sz="2400" dirty="0"/>
              <a:t>) </a:t>
            </a:r>
            <a:r>
              <a:rPr lang="nl-BE" sz="2400" dirty="0" err="1"/>
              <a:t>bounding</a:t>
            </a:r>
            <a:r>
              <a:rPr lang="nl-BE" sz="2400" dirty="0"/>
              <a:t> box - 2</a:t>
            </a:r>
          </a:p>
        </p:txBody>
      </p:sp>
    </p:spTree>
    <p:extLst>
      <p:ext uri="{BB962C8B-B14F-4D97-AF65-F5344CB8AC3E}">
        <p14:creationId xmlns:p14="http://schemas.microsoft.com/office/powerpoint/2010/main" val="3101193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24F90-F1F0-FD2E-2AA4-B24AD4F4486A}"/>
            </a:ext>
          </a:extLst>
        </p:cNvPr>
        <p:cNvGrpSpPr/>
        <p:nvPr/>
      </p:nvGrpSpPr>
      <p:grpSpPr>
        <a:xfrm>
          <a:off x="0" y="0"/>
          <a:ext cx="0" cy="0"/>
          <a:chOff x="0" y="0"/>
          <a:chExt cx="0" cy="0"/>
        </a:xfrm>
      </p:grpSpPr>
      <p:sp>
        <p:nvSpPr>
          <p:cNvPr id="2" name="Text Placeholder 3">
            <a:extLst>
              <a:ext uri="{FF2B5EF4-FFF2-40B4-BE49-F238E27FC236}">
                <a16:creationId xmlns:a16="http://schemas.microsoft.com/office/drawing/2014/main" id="{98B866C3-09D9-2E39-3477-34FFD45CC9CA}"/>
              </a:ext>
            </a:extLst>
          </p:cNvPr>
          <p:cNvSpPr txBox="1">
            <a:spLocks/>
          </p:cNvSpPr>
          <p:nvPr/>
        </p:nvSpPr>
        <p:spPr>
          <a:xfrm>
            <a:off x="116841" y="1387190"/>
            <a:ext cx="3303857" cy="489093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rPr lang="nl-BE" dirty="0"/>
              <a:t>Click on </a:t>
            </a:r>
            <a:r>
              <a:rPr lang="nl-BE" b="1" dirty="0"/>
              <a:t>Download </a:t>
            </a:r>
            <a:r>
              <a:rPr lang="nl-BE" b="1" dirty="0" err="1"/>
              <a:t>products</a:t>
            </a:r>
            <a:endParaRPr lang="nl-BE" b="1" dirty="0"/>
          </a:p>
          <a:p>
            <a:pPr marL="342900" indent="-342900">
              <a:buAutoNum type="arabicPeriod"/>
            </a:pPr>
            <a:r>
              <a:rPr lang="nl-BE" dirty="0"/>
              <a:t>Select </a:t>
            </a:r>
            <a:r>
              <a:rPr lang="nl-BE" dirty="0" err="1"/>
              <a:t>the</a:t>
            </a:r>
            <a:r>
              <a:rPr lang="nl-BE" dirty="0"/>
              <a:t> </a:t>
            </a:r>
            <a:r>
              <a:rPr lang="nl-BE" b="1" dirty="0"/>
              <a:t>Login data </a:t>
            </a:r>
            <a:r>
              <a:rPr lang="nl-BE" dirty="0" err="1"/>
              <a:t>pane</a:t>
            </a:r>
            <a:endParaRPr lang="nl-BE" dirty="0"/>
          </a:p>
          <a:p>
            <a:pPr marL="342900" indent="-342900">
              <a:buAutoNum type="arabicPeriod"/>
            </a:pPr>
            <a:r>
              <a:rPr lang="nl-BE" dirty="0"/>
              <a:t>In </a:t>
            </a:r>
            <a:r>
              <a:rPr lang="nl-BE" dirty="0" err="1"/>
              <a:t>the</a:t>
            </a:r>
            <a:r>
              <a:rPr lang="nl-BE" dirty="0"/>
              <a:t> Login Copernicus Data Space </a:t>
            </a:r>
            <a:r>
              <a:rPr lang="nl-BE" dirty="0" err="1"/>
              <a:t>Ecosystem</a:t>
            </a:r>
            <a:r>
              <a:rPr lang="nl-BE" dirty="0"/>
              <a:t> (</a:t>
            </a:r>
            <a:r>
              <a:rPr lang="nl-BE" dirty="0">
                <a:hlinkClick r:id="rId2"/>
              </a:rPr>
              <a:t>https://dataspace.copernicus.eu/</a:t>
            </a:r>
            <a:r>
              <a:rPr lang="nl-BE" dirty="0"/>
              <a:t>), put in </a:t>
            </a:r>
            <a:r>
              <a:rPr lang="nl-BE" dirty="0" err="1"/>
              <a:t>your</a:t>
            </a:r>
            <a:r>
              <a:rPr lang="nl-BE" dirty="0"/>
              <a:t> </a:t>
            </a:r>
            <a:r>
              <a:rPr lang="nl-BE" dirty="0" err="1"/>
              <a:t>credentials</a:t>
            </a:r>
            <a:r>
              <a:rPr lang="nl-BE" dirty="0"/>
              <a:t> </a:t>
            </a:r>
            <a:r>
              <a:rPr lang="nl-BE" dirty="0" err="1"/>
              <a:t>and</a:t>
            </a:r>
            <a:r>
              <a:rPr lang="nl-BE" dirty="0"/>
              <a:t> check </a:t>
            </a:r>
            <a:r>
              <a:rPr lang="nl-BE" b="1" dirty="0" err="1"/>
              <a:t>remember</a:t>
            </a:r>
            <a:endParaRPr lang="nl-BE" b="1" dirty="0"/>
          </a:p>
          <a:p>
            <a:pPr marL="342900" indent="-342900">
              <a:buAutoNum type="arabicPeriod"/>
            </a:pPr>
            <a:endParaRPr lang="nl-BE" dirty="0"/>
          </a:p>
          <a:p>
            <a:r>
              <a:rPr lang="nl-BE" dirty="0"/>
              <a:t>DO NOT CLICK ON RUN YET. </a:t>
            </a:r>
          </a:p>
          <a:p>
            <a:r>
              <a:rPr lang="nl-BE" dirty="0"/>
              <a:t>4. Go back </a:t>
            </a:r>
            <a:r>
              <a:rPr lang="nl-BE" dirty="0" err="1"/>
              <a:t>to</a:t>
            </a:r>
            <a:r>
              <a:rPr lang="nl-BE" dirty="0"/>
              <a:t> </a:t>
            </a:r>
            <a:r>
              <a:rPr lang="nl-BE" dirty="0" err="1"/>
              <a:t>the</a:t>
            </a:r>
            <a:r>
              <a:rPr lang="nl-BE" dirty="0"/>
              <a:t> </a:t>
            </a:r>
            <a:r>
              <a:rPr lang="nl-BE" b="1" dirty="0"/>
              <a:t>Search</a:t>
            </a:r>
            <a:r>
              <a:rPr lang="nl-BE" dirty="0"/>
              <a:t> </a:t>
            </a:r>
            <a:r>
              <a:rPr lang="nl-BE" dirty="0" err="1"/>
              <a:t>pane</a:t>
            </a:r>
            <a:endParaRPr lang="nl-BE" dirty="0"/>
          </a:p>
        </p:txBody>
      </p:sp>
      <p:sp>
        <p:nvSpPr>
          <p:cNvPr id="9" name="Title 1">
            <a:extLst>
              <a:ext uri="{FF2B5EF4-FFF2-40B4-BE49-F238E27FC236}">
                <a16:creationId xmlns:a16="http://schemas.microsoft.com/office/drawing/2014/main" id="{6822C413-D13A-65E9-F559-9291E6C29084}"/>
              </a:ext>
            </a:extLst>
          </p:cNvPr>
          <p:cNvSpPr>
            <a:spLocks noGrp="1"/>
          </p:cNvSpPr>
          <p:nvPr>
            <p:ph type="title"/>
          </p:nvPr>
        </p:nvSpPr>
        <p:spPr>
          <a:xfrm>
            <a:off x="421640" y="702968"/>
            <a:ext cx="9353724" cy="684222"/>
          </a:xfrm>
        </p:spPr>
        <p:txBody>
          <a:bodyPr>
            <a:noAutofit/>
          </a:bodyPr>
          <a:lstStyle/>
          <a:p>
            <a:r>
              <a:rPr lang="nl-BE" sz="2400" dirty="0"/>
              <a:t>Login </a:t>
            </a:r>
            <a:r>
              <a:rPr lang="nl-BE" sz="2400" dirty="0" err="1"/>
              <a:t>to</a:t>
            </a:r>
            <a:r>
              <a:rPr lang="nl-BE" sz="2400" dirty="0"/>
              <a:t> </a:t>
            </a:r>
            <a:r>
              <a:rPr lang="nl-BE" sz="2400" dirty="0" err="1"/>
              <a:t>the</a:t>
            </a:r>
            <a:r>
              <a:rPr lang="nl-BE" sz="2400" dirty="0"/>
              <a:t> Copernicus server</a:t>
            </a:r>
          </a:p>
        </p:txBody>
      </p:sp>
      <p:grpSp>
        <p:nvGrpSpPr>
          <p:cNvPr id="11" name="Group 10">
            <a:extLst>
              <a:ext uri="{FF2B5EF4-FFF2-40B4-BE49-F238E27FC236}">
                <a16:creationId xmlns:a16="http://schemas.microsoft.com/office/drawing/2014/main" id="{8889DE0B-598A-17A0-CC9D-9A0CC370353E}"/>
              </a:ext>
            </a:extLst>
          </p:cNvPr>
          <p:cNvGrpSpPr/>
          <p:nvPr/>
        </p:nvGrpSpPr>
        <p:grpSpPr>
          <a:xfrm>
            <a:off x="3630168" y="1326166"/>
            <a:ext cx="8561832" cy="5531833"/>
            <a:chOff x="3630168" y="1326166"/>
            <a:chExt cx="8561832" cy="5531833"/>
          </a:xfrm>
        </p:grpSpPr>
        <p:pic>
          <p:nvPicPr>
            <p:cNvPr id="6" name="Picture 5" descr="A screenshot of a computer&#10;&#10;AI-generated content may be incorrect.">
              <a:extLst>
                <a:ext uri="{FF2B5EF4-FFF2-40B4-BE49-F238E27FC236}">
                  <a16:creationId xmlns:a16="http://schemas.microsoft.com/office/drawing/2014/main" id="{46E7F6BF-648F-E58E-0242-C157EBB04375}"/>
                </a:ext>
              </a:extLst>
            </p:cNvPr>
            <p:cNvPicPr>
              <a:picLocks noChangeAspect="1"/>
            </p:cNvPicPr>
            <p:nvPr/>
          </p:nvPicPr>
          <p:blipFill>
            <a:blip r:embed="rId3"/>
            <a:stretch>
              <a:fillRect/>
            </a:stretch>
          </p:blipFill>
          <p:spPr>
            <a:xfrm>
              <a:off x="3630168" y="1326166"/>
              <a:ext cx="8561832" cy="5531833"/>
            </a:xfrm>
            <a:prstGeom prst="rect">
              <a:avLst/>
            </a:prstGeom>
          </p:spPr>
        </p:pic>
        <p:sp>
          <p:nvSpPr>
            <p:cNvPr id="4" name="TextBox 3">
              <a:extLst>
                <a:ext uri="{FF2B5EF4-FFF2-40B4-BE49-F238E27FC236}">
                  <a16:creationId xmlns:a16="http://schemas.microsoft.com/office/drawing/2014/main" id="{3A45133C-86AC-6AAD-3686-44DE95AF5DFF}"/>
                </a:ext>
              </a:extLst>
            </p:cNvPr>
            <p:cNvSpPr txBox="1"/>
            <p:nvPr/>
          </p:nvSpPr>
          <p:spPr>
            <a:xfrm>
              <a:off x="4751030" y="1872127"/>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7" name="TextBox 6">
              <a:extLst>
                <a:ext uri="{FF2B5EF4-FFF2-40B4-BE49-F238E27FC236}">
                  <a16:creationId xmlns:a16="http://schemas.microsoft.com/office/drawing/2014/main" id="{3F539408-F24B-B577-AD5D-4FD0951D5E29}"/>
                </a:ext>
              </a:extLst>
            </p:cNvPr>
            <p:cNvSpPr txBox="1"/>
            <p:nvPr/>
          </p:nvSpPr>
          <p:spPr>
            <a:xfrm>
              <a:off x="6787214" y="1569116"/>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8" name="TextBox 7">
              <a:extLst>
                <a:ext uri="{FF2B5EF4-FFF2-40B4-BE49-F238E27FC236}">
                  <a16:creationId xmlns:a16="http://schemas.microsoft.com/office/drawing/2014/main" id="{046DFB1F-C209-5282-1959-5052419DD7A5}"/>
                </a:ext>
              </a:extLst>
            </p:cNvPr>
            <p:cNvSpPr txBox="1"/>
            <p:nvPr/>
          </p:nvSpPr>
          <p:spPr>
            <a:xfrm>
              <a:off x="11727687" y="2412077"/>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0" name="TextBox 9">
              <a:extLst>
                <a:ext uri="{FF2B5EF4-FFF2-40B4-BE49-F238E27FC236}">
                  <a16:creationId xmlns:a16="http://schemas.microsoft.com/office/drawing/2014/main" id="{8B0936C6-3DF1-8570-C88F-170819FABA44}"/>
                </a:ext>
              </a:extLst>
            </p:cNvPr>
            <p:cNvSpPr txBox="1"/>
            <p:nvPr/>
          </p:nvSpPr>
          <p:spPr>
            <a:xfrm>
              <a:off x="5595386" y="1333597"/>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grpSp>
    </p:spTree>
    <p:extLst>
      <p:ext uri="{BB962C8B-B14F-4D97-AF65-F5344CB8AC3E}">
        <p14:creationId xmlns:p14="http://schemas.microsoft.com/office/powerpoint/2010/main" val="4267176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3DFB0-8617-359F-A30D-C16070982F33}"/>
            </a:ext>
          </a:extLst>
        </p:cNvPr>
        <p:cNvGrpSpPr/>
        <p:nvPr/>
      </p:nvGrpSpPr>
      <p:grpSpPr>
        <a:xfrm>
          <a:off x="0" y="0"/>
          <a:ext cx="0" cy="0"/>
          <a:chOff x="0" y="0"/>
          <a:chExt cx="0" cy="0"/>
        </a:xfrm>
      </p:grpSpPr>
      <p:sp>
        <p:nvSpPr>
          <p:cNvPr id="2" name="Text Placeholder 3">
            <a:extLst>
              <a:ext uri="{FF2B5EF4-FFF2-40B4-BE49-F238E27FC236}">
                <a16:creationId xmlns:a16="http://schemas.microsoft.com/office/drawing/2014/main" id="{5E5D5918-F2F2-5A0E-D33E-CE947D029805}"/>
              </a:ext>
            </a:extLst>
          </p:cNvPr>
          <p:cNvSpPr txBox="1">
            <a:spLocks/>
          </p:cNvSpPr>
          <p:nvPr/>
        </p:nvSpPr>
        <p:spPr>
          <a:xfrm>
            <a:off x="0" y="1428908"/>
            <a:ext cx="3044951" cy="534679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dirty="0" err="1"/>
              <a:t>Let’s</a:t>
            </a:r>
            <a:r>
              <a:rPr lang="nl-BE" dirty="0"/>
              <a:t> search </a:t>
            </a:r>
            <a:r>
              <a:rPr lang="nl-BE" dirty="0" err="1"/>
              <a:t>for</a:t>
            </a:r>
            <a:r>
              <a:rPr lang="nl-BE" dirty="0"/>
              <a:t> </a:t>
            </a:r>
            <a:r>
              <a:rPr lang="nl-BE" dirty="0" err="1"/>
              <a:t>some</a:t>
            </a:r>
            <a:r>
              <a:rPr lang="nl-BE" dirty="0"/>
              <a:t> data!</a:t>
            </a:r>
          </a:p>
          <a:p>
            <a:r>
              <a:rPr lang="nl-BE" dirty="0"/>
              <a:t>1. On </a:t>
            </a:r>
            <a:r>
              <a:rPr lang="nl-BE" b="1" dirty="0"/>
              <a:t>Search parameters</a:t>
            </a:r>
            <a:r>
              <a:rPr lang="nl-BE" dirty="0"/>
              <a:t>, input </a:t>
            </a:r>
            <a:r>
              <a:rPr lang="nl-BE" dirty="0" err="1"/>
              <a:t>the</a:t>
            </a:r>
            <a:r>
              <a:rPr lang="nl-BE" dirty="0"/>
              <a:t> </a:t>
            </a:r>
            <a:r>
              <a:rPr lang="nl-BE" dirty="0" err="1"/>
              <a:t>aoi</a:t>
            </a:r>
            <a:r>
              <a:rPr lang="nl-BE" dirty="0"/>
              <a:t> parameters:</a:t>
            </a:r>
            <a:endParaRPr lang="nl-BE" sz="1200" dirty="0"/>
          </a:p>
          <a:p>
            <a:pPr lvl="1"/>
            <a:r>
              <a:rPr lang="pl-PL" sz="1200" dirty="0"/>
              <a:t>UL: -1.77</a:t>
            </a:r>
            <a:r>
              <a:rPr lang="nl-BE" sz="1200" dirty="0"/>
              <a:t>7</a:t>
            </a:r>
            <a:r>
              <a:rPr lang="pl-PL" sz="1200" dirty="0"/>
              <a:t>, 42.85917</a:t>
            </a:r>
            <a:endParaRPr lang="nl-BE" sz="1200" dirty="0"/>
          </a:p>
          <a:p>
            <a:pPr lvl="1"/>
            <a:r>
              <a:rPr lang="pl-PL" sz="1200" dirty="0"/>
              <a:t>LR: -1.487, 42.69380</a:t>
            </a:r>
            <a:endParaRPr lang="nl-BE" sz="1200" dirty="0"/>
          </a:p>
          <a:p>
            <a:r>
              <a:rPr lang="nl-BE" dirty="0"/>
              <a:t>2. Ensure</a:t>
            </a:r>
            <a:r>
              <a:rPr lang="nl-BE" b="1" dirty="0"/>
              <a:t> Show </a:t>
            </a:r>
            <a:r>
              <a:rPr lang="nl-BE" dirty="0"/>
              <a:t>is </a:t>
            </a:r>
            <a:r>
              <a:rPr lang="nl-BE" dirty="0" err="1"/>
              <a:t>selected</a:t>
            </a:r>
            <a:endParaRPr lang="nl-BE" dirty="0"/>
          </a:p>
          <a:p>
            <a:r>
              <a:rPr lang="nl-BE" dirty="0"/>
              <a:t>3. Input </a:t>
            </a:r>
            <a:r>
              <a:rPr lang="nl-BE" dirty="0" err="1"/>
              <a:t>the</a:t>
            </a:r>
            <a:r>
              <a:rPr lang="nl-BE" dirty="0"/>
              <a:t> dates:</a:t>
            </a:r>
          </a:p>
          <a:p>
            <a:pPr lvl="1"/>
            <a:r>
              <a:rPr lang="nl-BE" sz="1200" dirty="0" err="1"/>
              <a:t>Defaults</a:t>
            </a:r>
            <a:r>
              <a:rPr lang="nl-BE" sz="1200" dirty="0"/>
              <a:t> </a:t>
            </a:r>
            <a:r>
              <a:rPr lang="nl-BE" sz="1200" dirty="0" err="1"/>
              <a:t>to</a:t>
            </a:r>
            <a:r>
              <a:rPr lang="nl-BE" sz="1200" dirty="0"/>
              <a:t> </a:t>
            </a:r>
            <a:r>
              <a:rPr lang="nl-BE" sz="1200" dirty="0" err="1"/>
              <a:t>retain</a:t>
            </a:r>
            <a:r>
              <a:rPr lang="nl-BE" sz="1200" dirty="0"/>
              <a:t>: </a:t>
            </a:r>
          </a:p>
          <a:p>
            <a:pPr lvl="2"/>
            <a:r>
              <a:rPr lang="nl-BE" sz="1200" dirty="0" err="1"/>
              <a:t>Products</a:t>
            </a:r>
            <a:r>
              <a:rPr lang="nl-BE" sz="1200" dirty="0"/>
              <a:t>: Sentinel-2</a:t>
            </a:r>
          </a:p>
          <a:p>
            <a:pPr lvl="2"/>
            <a:r>
              <a:rPr lang="nl-BE" sz="1200" dirty="0" err="1"/>
              <a:t>Results</a:t>
            </a:r>
            <a:r>
              <a:rPr lang="nl-BE" sz="1200" dirty="0"/>
              <a:t>: 20</a:t>
            </a:r>
          </a:p>
          <a:p>
            <a:r>
              <a:rPr lang="nl-BE" dirty="0"/>
              <a:t>4.  On </a:t>
            </a:r>
            <a:r>
              <a:rPr lang="nl-BE" dirty="0" err="1"/>
              <a:t>the</a:t>
            </a:r>
            <a:r>
              <a:rPr lang="nl-BE" dirty="0"/>
              <a:t> </a:t>
            </a:r>
            <a:r>
              <a:rPr lang="nl-BE" b="1" dirty="0"/>
              <a:t>Product list</a:t>
            </a:r>
            <a:r>
              <a:rPr lang="nl-BE" dirty="0"/>
              <a:t>, right click on a product</a:t>
            </a:r>
          </a:p>
          <a:p>
            <a:r>
              <a:rPr lang="nl-BE" dirty="0"/>
              <a:t>5. The </a:t>
            </a:r>
            <a:r>
              <a:rPr lang="nl-BE" dirty="0" err="1"/>
              <a:t>selected</a:t>
            </a:r>
            <a:r>
              <a:rPr lang="nl-BE" dirty="0"/>
              <a:t> product </a:t>
            </a:r>
            <a:r>
              <a:rPr lang="nl-BE" dirty="0" err="1"/>
              <a:t>from</a:t>
            </a:r>
            <a:r>
              <a:rPr lang="nl-BE" dirty="0"/>
              <a:t> </a:t>
            </a:r>
            <a:r>
              <a:rPr lang="nl-BE" dirty="0" err="1"/>
              <a:t>the</a:t>
            </a:r>
            <a:r>
              <a:rPr lang="nl-BE" dirty="0"/>
              <a:t> Product list is </a:t>
            </a:r>
            <a:r>
              <a:rPr lang="nl-BE" dirty="0" err="1"/>
              <a:t>displayed</a:t>
            </a:r>
            <a:r>
              <a:rPr lang="nl-BE" dirty="0"/>
              <a:t> here</a:t>
            </a:r>
          </a:p>
          <a:p>
            <a:r>
              <a:rPr lang="nl-BE" dirty="0"/>
              <a:t>** Check </a:t>
            </a:r>
            <a:r>
              <a:rPr lang="nl-BE" dirty="0" err="1"/>
              <a:t>especially</a:t>
            </a:r>
            <a:r>
              <a:rPr lang="nl-BE" dirty="0"/>
              <a:t> </a:t>
            </a:r>
            <a:r>
              <a:rPr lang="nl-BE" b="1" dirty="0" err="1"/>
              <a:t>cloud_cover</a:t>
            </a:r>
            <a:r>
              <a:rPr lang="nl-BE" b="1" dirty="0"/>
              <a:t> </a:t>
            </a:r>
            <a:r>
              <a:rPr lang="nl-BE" dirty="0" err="1"/>
              <a:t>properties</a:t>
            </a:r>
            <a:r>
              <a:rPr lang="nl-BE" dirty="0"/>
              <a:t> of </a:t>
            </a:r>
            <a:r>
              <a:rPr lang="nl-BE" dirty="0" err="1"/>
              <a:t>the</a:t>
            </a:r>
            <a:r>
              <a:rPr lang="nl-BE" dirty="0"/>
              <a:t> images</a:t>
            </a:r>
          </a:p>
          <a:p>
            <a:endParaRPr lang="nl-BE" sz="1200" dirty="0"/>
          </a:p>
        </p:txBody>
      </p:sp>
      <p:pic>
        <p:nvPicPr>
          <p:cNvPr id="5" name="Picture 4" descr="A screenshot of a computer&#10;&#10;AI-generated content may be incorrect.">
            <a:extLst>
              <a:ext uri="{FF2B5EF4-FFF2-40B4-BE49-F238E27FC236}">
                <a16:creationId xmlns:a16="http://schemas.microsoft.com/office/drawing/2014/main" id="{FF56648D-A3B9-2582-AAFB-922BC6A9CF5B}"/>
              </a:ext>
            </a:extLst>
          </p:cNvPr>
          <p:cNvPicPr>
            <a:picLocks noChangeAspect="1"/>
          </p:cNvPicPr>
          <p:nvPr/>
        </p:nvPicPr>
        <p:blipFill>
          <a:blip r:embed="rId2"/>
          <a:stretch>
            <a:fillRect/>
          </a:stretch>
        </p:blipFill>
        <p:spPr>
          <a:xfrm>
            <a:off x="2973831" y="1387190"/>
            <a:ext cx="9181992" cy="5278786"/>
          </a:xfrm>
          <a:prstGeom prst="rect">
            <a:avLst/>
          </a:prstGeom>
        </p:spPr>
      </p:pic>
      <p:sp>
        <p:nvSpPr>
          <p:cNvPr id="6" name="Title 1">
            <a:extLst>
              <a:ext uri="{FF2B5EF4-FFF2-40B4-BE49-F238E27FC236}">
                <a16:creationId xmlns:a16="http://schemas.microsoft.com/office/drawing/2014/main" id="{16318DA3-0563-2C55-A129-C73A304A36FA}"/>
              </a:ext>
            </a:extLst>
          </p:cNvPr>
          <p:cNvSpPr>
            <a:spLocks noGrp="1"/>
          </p:cNvSpPr>
          <p:nvPr>
            <p:ph type="title"/>
          </p:nvPr>
        </p:nvSpPr>
        <p:spPr>
          <a:xfrm>
            <a:off x="421640" y="702968"/>
            <a:ext cx="9353724" cy="684222"/>
          </a:xfrm>
        </p:spPr>
        <p:txBody>
          <a:bodyPr>
            <a:noAutofit/>
          </a:bodyPr>
          <a:lstStyle/>
          <a:p>
            <a:r>
              <a:rPr lang="nl-BE" sz="2400" dirty="0"/>
              <a:t>Search </a:t>
            </a:r>
            <a:r>
              <a:rPr lang="nl-BE" sz="2400" dirty="0" err="1"/>
              <a:t>for</a:t>
            </a:r>
            <a:r>
              <a:rPr lang="nl-BE" sz="2400" dirty="0"/>
              <a:t> data</a:t>
            </a:r>
          </a:p>
        </p:txBody>
      </p:sp>
      <p:sp>
        <p:nvSpPr>
          <p:cNvPr id="7" name="TextBox 6">
            <a:extLst>
              <a:ext uri="{FF2B5EF4-FFF2-40B4-BE49-F238E27FC236}">
                <a16:creationId xmlns:a16="http://schemas.microsoft.com/office/drawing/2014/main" id="{661D8704-60F3-2641-D36E-A8AC93AD7D13}"/>
              </a:ext>
            </a:extLst>
          </p:cNvPr>
          <p:cNvSpPr txBox="1"/>
          <p:nvPr/>
        </p:nvSpPr>
        <p:spPr>
          <a:xfrm>
            <a:off x="4618734" y="1902135"/>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8" name="TextBox 7">
            <a:extLst>
              <a:ext uri="{FF2B5EF4-FFF2-40B4-BE49-F238E27FC236}">
                <a16:creationId xmlns:a16="http://schemas.microsoft.com/office/drawing/2014/main" id="{6CF47821-2999-D6D4-2A9F-8D22EFDADDC8}"/>
              </a:ext>
            </a:extLst>
          </p:cNvPr>
          <p:cNvSpPr txBox="1"/>
          <p:nvPr/>
        </p:nvSpPr>
        <p:spPr>
          <a:xfrm>
            <a:off x="11665710" y="1674461"/>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9" name="TextBox 8">
            <a:extLst>
              <a:ext uri="{FF2B5EF4-FFF2-40B4-BE49-F238E27FC236}">
                <a16:creationId xmlns:a16="http://schemas.microsoft.com/office/drawing/2014/main" id="{BAB98148-8BF6-8578-ABDB-E859ABAEDC74}"/>
              </a:ext>
            </a:extLst>
          </p:cNvPr>
          <p:cNvSpPr txBox="1"/>
          <p:nvPr/>
        </p:nvSpPr>
        <p:spPr>
          <a:xfrm>
            <a:off x="9218169" y="2168237"/>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0" name="TextBox 9">
            <a:extLst>
              <a:ext uri="{FF2B5EF4-FFF2-40B4-BE49-F238E27FC236}">
                <a16:creationId xmlns:a16="http://schemas.microsoft.com/office/drawing/2014/main" id="{AD87A24E-DC16-240D-19CE-4FA332179252}"/>
              </a:ext>
            </a:extLst>
          </p:cNvPr>
          <p:cNvSpPr txBox="1"/>
          <p:nvPr/>
        </p:nvSpPr>
        <p:spPr>
          <a:xfrm>
            <a:off x="4664454" y="2826605"/>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1" name="TextBox 10">
            <a:extLst>
              <a:ext uri="{FF2B5EF4-FFF2-40B4-BE49-F238E27FC236}">
                <a16:creationId xmlns:a16="http://schemas.microsoft.com/office/drawing/2014/main" id="{5AFF56AC-B57D-1967-A3BA-4C18FF077C1E}"/>
              </a:ext>
            </a:extLst>
          </p:cNvPr>
          <p:cNvSpPr txBox="1"/>
          <p:nvPr/>
        </p:nvSpPr>
        <p:spPr>
          <a:xfrm>
            <a:off x="10690350" y="5377781"/>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Tree>
    <p:extLst>
      <p:ext uri="{BB962C8B-B14F-4D97-AF65-F5344CB8AC3E}">
        <p14:creationId xmlns:p14="http://schemas.microsoft.com/office/powerpoint/2010/main" val="344856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35F1-8F6B-E9B9-5C2A-4615FC911A9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7759266-E580-490B-48F1-DC653FF9F0D8}"/>
              </a:ext>
            </a:extLst>
          </p:cNvPr>
          <p:cNvSpPr txBox="1">
            <a:spLocks/>
          </p:cNvSpPr>
          <p:nvPr/>
        </p:nvSpPr>
        <p:spPr>
          <a:xfrm>
            <a:off x="0" y="1518940"/>
            <a:ext cx="4389120"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dirty="0" err="1"/>
              <a:t>Identify</a:t>
            </a:r>
            <a:r>
              <a:rPr lang="nl-BE" dirty="0"/>
              <a:t> </a:t>
            </a:r>
            <a:r>
              <a:rPr lang="nl-BE" dirty="0" err="1"/>
              <a:t>the</a:t>
            </a:r>
            <a:r>
              <a:rPr lang="nl-BE" dirty="0"/>
              <a:t> </a:t>
            </a:r>
            <a:r>
              <a:rPr lang="nl-BE" dirty="0" err="1"/>
              <a:t>ideal</a:t>
            </a:r>
            <a:r>
              <a:rPr lang="nl-BE" dirty="0"/>
              <a:t> image </a:t>
            </a:r>
            <a:r>
              <a:rPr lang="nl-BE" dirty="0" err="1"/>
              <a:t>to</a:t>
            </a:r>
            <a:r>
              <a:rPr lang="nl-BE" dirty="0"/>
              <a:t> continue </a:t>
            </a:r>
            <a:r>
              <a:rPr lang="nl-BE" dirty="0" err="1"/>
              <a:t>the</a:t>
            </a:r>
            <a:r>
              <a:rPr lang="nl-BE" dirty="0"/>
              <a:t> rest of </a:t>
            </a:r>
            <a:r>
              <a:rPr lang="nl-BE" dirty="0" err="1"/>
              <a:t>the</a:t>
            </a:r>
            <a:r>
              <a:rPr lang="nl-BE" dirty="0"/>
              <a:t> </a:t>
            </a:r>
            <a:r>
              <a:rPr lang="nl-BE" dirty="0" err="1"/>
              <a:t>exercises</a:t>
            </a:r>
            <a:r>
              <a:rPr lang="nl-BE" dirty="0"/>
              <a:t>.</a:t>
            </a:r>
          </a:p>
          <a:p>
            <a:r>
              <a:rPr lang="nl-BE" dirty="0"/>
              <a:t>For </a:t>
            </a:r>
            <a:r>
              <a:rPr lang="nl-BE" dirty="0" err="1"/>
              <a:t>this</a:t>
            </a:r>
            <a:r>
              <a:rPr lang="nl-BE" dirty="0"/>
              <a:t> course we </a:t>
            </a:r>
            <a:r>
              <a:rPr lang="nl-BE" dirty="0" err="1"/>
              <a:t>will</a:t>
            </a:r>
            <a:r>
              <a:rPr lang="nl-BE" dirty="0"/>
              <a:t> select </a:t>
            </a:r>
            <a:r>
              <a:rPr lang="nl-BE" b="1" dirty="0"/>
              <a:t>L2A</a:t>
            </a:r>
            <a:r>
              <a:rPr lang="nl-BE" dirty="0"/>
              <a:t> </a:t>
            </a:r>
            <a:r>
              <a:rPr lang="nl-BE" dirty="0" err="1"/>
              <a:t>products</a:t>
            </a:r>
            <a:r>
              <a:rPr lang="nl-BE" dirty="0"/>
              <a:t>, </a:t>
            </a:r>
            <a:r>
              <a:rPr lang="nl-BE" dirty="0" err="1"/>
              <a:t>and</a:t>
            </a:r>
            <a:r>
              <a:rPr lang="nl-BE" dirty="0"/>
              <a:t> </a:t>
            </a:r>
            <a:r>
              <a:rPr lang="nl-BE" b="1" dirty="0"/>
              <a:t>NOT L1C</a:t>
            </a:r>
            <a:r>
              <a:rPr lang="nl-BE" dirty="0"/>
              <a:t> </a:t>
            </a:r>
            <a:r>
              <a:rPr lang="nl-BE" dirty="0" err="1"/>
              <a:t>products</a:t>
            </a:r>
            <a:endParaRPr lang="nl-BE" dirty="0"/>
          </a:p>
          <a:p>
            <a:endParaRPr lang="nl-BE" dirty="0"/>
          </a:p>
          <a:p>
            <a:r>
              <a:rPr lang="nl-BE" dirty="0"/>
              <a:t>1. On </a:t>
            </a:r>
            <a:r>
              <a:rPr lang="nl-BE" dirty="0" err="1"/>
              <a:t>the</a:t>
            </a:r>
            <a:r>
              <a:rPr lang="nl-BE" dirty="0"/>
              <a:t> </a:t>
            </a:r>
            <a:r>
              <a:rPr lang="nl-BE" b="1" dirty="0"/>
              <a:t>Product list, </a:t>
            </a:r>
            <a:r>
              <a:rPr lang="nl-BE" dirty="0"/>
              <a:t>Ctrl + Right click </a:t>
            </a:r>
            <a:r>
              <a:rPr lang="nl-BE" dirty="0" err="1"/>
              <a:t>all</a:t>
            </a:r>
            <a:r>
              <a:rPr lang="nl-BE" dirty="0"/>
              <a:t> </a:t>
            </a:r>
            <a:r>
              <a:rPr lang="nl-BE" dirty="0" err="1"/>
              <a:t>the</a:t>
            </a:r>
            <a:r>
              <a:rPr lang="nl-BE" dirty="0"/>
              <a:t> </a:t>
            </a:r>
            <a:r>
              <a:rPr lang="nl-BE" dirty="0" err="1"/>
              <a:t>layers</a:t>
            </a:r>
            <a:r>
              <a:rPr lang="nl-BE" dirty="0"/>
              <a:t> </a:t>
            </a:r>
            <a:r>
              <a:rPr lang="nl-BE" dirty="0" err="1"/>
              <a:t>you</a:t>
            </a:r>
            <a:r>
              <a:rPr lang="nl-BE" dirty="0"/>
              <a:t> </a:t>
            </a:r>
            <a:r>
              <a:rPr lang="nl-BE" dirty="0" err="1"/>
              <a:t>wish</a:t>
            </a:r>
            <a:r>
              <a:rPr lang="nl-BE" dirty="0"/>
              <a:t> </a:t>
            </a:r>
            <a:r>
              <a:rPr lang="nl-BE" dirty="0" err="1"/>
              <a:t>to</a:t>
            </a:r>
            <a:r>
              <a:rPr lang="nl-BE" dirty="0"/>
              <a:t> </a:t>
            </a:r>
            <a:r>
              <a:rPr lang="nl-BE" dirty="0" err="1"/>
              <a:t>remove</a:t>
            </a:r>
            <a:r>
              <a:rPr lang="nl-BE" dirty="0"/>
              <a:t> </a:t>
            </a:r>
            <a:r>
              <a:rPr lang="nl-BE" dirty="0" err="1"/>
              <a:t>to</a:t>
            </a:r>
            <a:r>
              <a:rPr lang="nl-BE" dirty="0"/>
              <a:t> highlight </a:t>
            </a:r>
            <a:r>
              <a:rPr lang="nl-BE" dirty="0" err="1"/>
              <a:t>them</a:t>
            </a:r>
            <a:r>
              <a:rPr lang="nl-BE" dirty="0"/>
              <a:t>.</a:t>
            </a:r>
          </a:p>
          <a:p>
            <a:endParaRPr lang="nl-BE" dirty="0"/>
          </a:p>
          <a:p>
            <a:r>
              <a:rPr lang="nl-BE" dirty="0"/>
              <a:t>2. </a:t>
            </a:r>
            <a:r>
              <a:rPr lang="nl-BE" dirty="0" err="1"/>
              <a:t>Leave</a:t>
            </a:r>
            <a:r>
              <a:rPr lang="nl-BE" dirty="0"/>
              <a:t> </a:t>
            </a:r>
            <a:r>
              <a:rPr lang="nl-BE" dirty="0" err="1"/>
              <a:t>only</a:t>
            </a:r>
            <a:r>
              <a:rPr lang="nl-BE" dirty="0"/>
              <a:t> </a:t>
            </a:r>
            <a:r>
              <a:rPr lang="nl-BE" dirty="0" err="1"/>
              <a:t>the</a:t>
            </a:r>
            <a:r>
              <a:rPr lang="nl-BE" dirty="0"/>
              <a:t> product </a:t>
            </a:r>
            <a:r>
              <a:rPr lang="nl-BE" dirty="0" err="1"/>
              <a:t>you</a:t>
            </a:r>
            <a:r>
              <a:rPr lang="nl-BE" dirty="0"/>
              <a:t> </a:t>
            </a:r>
            <a:r>
              <a:rPr lang="nl-BE" dirty="0" err="1"/>
              <a:t>wish</a:t>
            </a:r>
            <a:r>
              <a:rPr lang="nl-BE" dirty="0"/>
              <a:t> </a:t>
            </a:r>
            <a:r>
              <a:rPr lang="nl-BE" dirty="0" err="1"/>
              <a:t>to</a:t>
            </a:r>
            <a:r>
              <a:rPr lang="nl-BE" dirty="0"/>
              <a:t> </a:t>
            </a:r>
            <a:r>
              <a:rPr lang="nl-BE" dirty="0" err="1"/>
              <a:t>retain</a:t>
            </a:r>
            <a:r>
              <a:rPr lang="nl-BE" dirty="0"/>
              <a:t>. </a:t>
            </a:r>
          </a:p>
          <a:p>
            <a:endParaRPr lang="nl-BE" dirty="0"/>
          </a:p>
          <a:p>
            <a:r>
              <a:rPr lang="nl-BE" dirty="0"/>
              <a:t>3. In </a:t>
            </a:r>
            <a:r>
              <a:rPr lang="nl-BE" dirty="0" err="1"/>
              <a:t>the</a:t>
            </a:r>
            <a:r>
              <a:rPr lang="nl-BE" dirty="0"/>
              <a:t> </a:t>
            </a:r>
            <a:r>
              <a:rPr lang="nl-BE" b="1" dirty="0" err="1"/>
              <a:t>Remove</a:t>
            </a:r>
            <a:r>
              <a:rPr lang="nl-BE" b="1" dirty="0"/>
              <a:t> </a:t>
            </a:r>
            <a:r>
              <a:rPr lang="nl-BE" b="1" dirty="0" err="1"/>
              <a:t>rows</a:t>
            </a:r>
            <a:r>
              <a:rPr lang="nl-BE" b="1" dirty="0"/>
              <a:t> </a:t>
            </a:r>
            <a:r>
              <a:rPr lang="nl-BE" dirty="0"/>
              <a:t>pop-up </a:t>
            </a:r>
            <a:r>
              <a:rPr lang="nl-BE" dirty="0" err="1"/>
              <a:t>window</a:t>
            </a:r>
            <a:r>
              <a:rPr lang="nl-BE" dirty="0"/>
              <a:t>, click on </a:t>
            </a:r>
            <a:r>
              <a:rPr lang="nl-BE" b="1" dirty="0"/>
              <a:t>Yes</a:t>
            </a:r>
            <a:r>
              <a:rPr lang="nl-BE" dirty="0"/>
              <a:t>.</a:t>
            </a:r>
          </a:p>
          <a:p>
            <a:endParaRPr lang="nl-BE" sz="1200" dirty="0"/>
          </a:p>
          <a:p>
            <a:endParaRPr lang="nl-BE" sz="1200" dirty="0"/>
          </a:p>
        </p:txBody>
      </p:sp>
      <p:sp>
        <p:nvSpPr>
          <p:cNvPr id="13" name="Title 1">
            <a:extLst>
              <a:ext uri="{FF2B5EF4-FFF2-40B4-BE49-F238E27FC236}">
                <a16:creationId xmlns:a16="http://schemas.microsoft.com/office/drawing/2014/main" id="{E20A3724-48C2-E046-82AA-E56D58374EA3}"/>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Identify</a:t>
            </a:r>
            <a:r>
              <a:rPr lang="nl-BE" sz="2400" dirty="0"/>
              <a:t>  dataset</a:t>
            </a:r>
          </a:p>
        </p:txBody>
      </p:sp>
      <p:grpSp>
        <p:nvGrpSpPr>
          <p:cNvPr id="25" name="Group 24">
            <a:extLst>
              <a:ext uri="{FF2B5EF4-FFF2-40B4-BE49-F238E27FC236}">
                <a16:creationId xmlns:a16="http://schemas.microsoft.com/office/drawing/2014/main" id="{ABE376B3-B5FE-B827-6AF5-605E9AEE14B9}"/>
              </a:ext>
            </a:extLst>
          </p:cNvPr>
          <p:cNvGrpSpPr/>
          <p:nvPr/>
        </p:nvGrpSpPr>
        <p:grpSpPr>
          <a:xfrm>
            <a:off x="4581144" y="1387190"/>
            <a:ext cx="7610856" cy="5234102"/>
            <a:chOff x="4581144" y="1387190"/>
            <a:chExt cx="7610856" cy="5234102"/>
          </a:xfrm>
        </p:grpSpPr>
        <p:pic>
          <p:nvPicPr>
            <p:cNvPr id="18" name="Picture 17" descr="A screenshot of a computer&#10;&#10;AI-generated content may be incorrect.">
              <a:extLst>
                <a:ext uri="{FF2B5EF4-FFF2-40B4-BE49-F238E27FC236}">
                  <a16:creationId xmlns:a16="http://schemas.microsoft.com/office/drawing/2014/main" id="{37E15DCB-B4B4-AE9E-5DAE-0C4A44860DB1}"/>
                </a:ext>
              </a:extLst>
            </p:cNvPr>
            <p:cNvPicPr>
              <a:picLocks noChangeAspect="1"/>
            </p:cNvPicPr>
            <p:nvPr/>
          </p:nvPicPr>
          <p:blipFill>
            <a:blip r:embed="rId2"/>
            <a:srcRect l="19832"/>
            <a:stretch/>
          </p:blipFill>
          <p:spPr>
            <a:xfrm>
              <a:off x="4910328" y="1387190"/>
              <a:ext cx="7281672" cy="5234102"/>
            </a:xfrm>
            <a:prstGeom prst="rect">
              <a:avLst/>
            </a:prstGeom>
          </p:spPr>
        </p:pic>
        <p:sp>
          <p:nvSpPr>
            <p:cNvPr id="6" name="TextBox 5">
              <a:extLst>
                <a:ext uri="{FF2B5EF4-FFF2-40B4-BE49-F238E27FC236}">
                  <a16:creationId xmlns:a16="http://schemas.microsoft.com/office/drawing/2014/main" id="{78555B80-A2F1-B899-AEA1-9AD08F72DA16}"/>
                </a:ext>
              </a:extLst>
            </p:cNvPr>
            <p:cNvSpPr txBox="1"/>
            <p:nvPr/>
          </p:nvSpPr>
          <p:spPr>
            <a:xfrm>
              <a:off x="4581144" y="5291373"/>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15" name="Rectangle 14">
              <a:extLst>
                <a:ext uri="{FF2B5EF4-FFF2-40B4-BE49-F238E27FC236}">
                  <a16:creationId xmlns:a16="http://schemas.microsoft.com/office/drawing/2014/main" id="{015E9F3F-CB38-ABBE-A5A1-8124B58E4F08}"/>
                </a:ext>
              </a:extLst>
            </p:cNvPr>
            <p:cNvSpPr/>
            <p:nvPr/>
          </p:nvSpPr>
          <p:spPr>
            <a:xfrm>
              <a:off x="5104380" y="3108960"/>
              <a:ext cx="4807716" cy="22585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BCE58987-AE75-9D3F-C07C-B15876525F9A}"/>
                </a:ext>
              </a:extLst>
            </p:cNvPr>
            <p:cNvSpPr/>
            <p:nvPr/>
          </p:nvSpPr>
          <p:spPr>
            <a:xfrm>
              <a:off x="5104380" y="5523817"/>
              <a:ext cx="4807716" cy="3385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1FBA4643-AFF0-2EEF-2322-7C08DE955459}"/>
                </a:ext>
              </a:extLst>
            </p:cNvPr>
            <p:cNvSpPr txBox="1"/>
            <p:nvPr/>
          </p:nvSpPr>
          <p:spPr>
            <a:xfrm>
              <a:off x="4736592" y="3665687"/>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20" name="TextBox 19">
              <a:extLst>
                <a:ext uri="{FF2B5EF4-FFF2-40B4-BE49-F238E27FC236}">
                  <a16:creationId xmlns:a16="http://schemas.microsoft.com/office/drawing/2014/main" id="{525398DF-3193-9D71-4A9E-3B2FA4E47171}"/>
                </a:ext>
              </a:extLst>
            </p:cNvPr>
            <p:cNvSpPr txBox="1"/>
            <p:nvPr/>
          </p:nvSpPr>
          <p:spPr>
            <a:xfrm>
              <a:off x="8377428" y="3259723"/>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21" name="TextBox 20">
              <a:extLst>
                <a:ext uri="{FF2B5EF4-FFF2-40B4-BE49-F238E27FC236}">
                  <a16:creationId xmlns:a16="http://schemas.microsoft.com/office/drawing/2014/main" id="{04BE0240-99C5-5215-442A-8B040A943D63}"/>
                </a:ext>
              </a:extLst>
            </p:cNvPr>
            <p:cNvSpPr txBox="1"/>
            <p:nvPr/>
          </p:nvSpPr>
          <p:spPr>
            <a:xfrm>
              <a:off x="9582912" y="5523817"/>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cxnSp>
          <p:nvCxnSpPr>
            <p:cNvPr id="23" name="Straight Arrow Connector 22">
              <a:extLst>
                <a:ext uri="{FF2B5EF4-FFF2-40B4-BE49-F238E27FC236}">
                  <a16:creationId xmlns:a16="http://schemas.microsoft.com/office/drawing/2014/main" id="{ACAD6988-DB1D-5A62-E14B-8039F22D182A}"/>
                </a:ext>
              </a:extLst>
            </p:cNvPr>
            <p:cNvCxnSpPr>
              <a:cxnSpLocks/>
            </p:cNvCxnSpPr>
            <p:nvPr/>
          </p:nvCxnSpPr>
          <p:spPr>
            <a:xfrm>
              <a:off x="4920486" y="5470810"/>
              <a:ext cx="1780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50887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FA8C-31F7-6AC1-A5EB-8D83C2EB385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820A749-D59E-43D0-E96D-43FBB6A7C6C2}"/>
              </a:ext>
            </a:extLst>
          </p:cNvPr>
          <p:cNvSpPr txBox="1">
            <a:spLocks/>
          </p:cNvSpPr>
          <p:nvPr/>
        </p:nvSpPr>
        <p:spPr>
          <a:xfrm>
            <a:off x="256921" y="1168970"/>
            <a:ext cx="3758184" cy="5753038"/>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dirty="0"/>
              <a:t>Download </a:t>
            </a:r>
            <a:r>
              <a:rPr lang="nl-BE" dirty="0" err="1"/>
              <a:t>your</a:t>
            </a:r>
            <a:r>
              <a:rPr lang="nl-BE" dirty="0"/>
              <a:t> </a:t>
            </a:r>
            <a:r>
              <a:rPr lang="nl-BE" dirty="0" err="1"/>
              <a:t>selected</a:t>
            </a:r>
            <a:r>
              <a:rPr lang="nl-BE" dirty="0"/>
              <a:t> data as </a:t>
            </a:r>
            <a:r>
              <a:rPr lang="nl-BE" dirty="0" err="1"/>
              <a:t>follows</a:t>
            </a:r>
            <a:r>
              <a:rPr lang="nl-BE" dirty="0"/>
              <a:t>:</a:t>
            </a:r>
          </a:p>
          <a:p>
            <a:pPr marL="342900" indent="-342900">
              <a:buAutoNum type="arabicPeriod"/>
            </a:pPr>
            <a:r>
              <a:rPr lang="nl-BE" dirty="0"/>
              <a:t>Make </a:t>
            </a:r>
            <a:r>
              <a:rPr lang="nl-BE" dirty="0" err="1"/>
              <a:t>sure</a:t>
            </a:r>
            <a:r>
              <a:rPr lang="nl-BE" dirty="0"/>
              <a:t> </a:t>
            </a:r>
            <a:r>
              <a:rPr lang="nl-BE" dirty="0" err="1"/>
              <a:t>you</a:t>
            </a:r>
            <a:r>
              <a:rPr lang="nl-BE" dirty="0"/>
              <a:t> are </a:t>
            </a:r>
            <a:r>
              <a:rPr lang="nl-BE" dirty="0" err="1"/>
              <a:t>satisfied</a:t>
            </a:r>
            <a:r>
              <a:rPr lang="nl-BE" dirty="0"/>
              <a:t> </a:t>
            </a:r>
            <a:r>
              <a:rPr lang="nl-BE" dirty="0" err="1"/>
              <a:t>with</a:t>
            </a:r>
            <a:r>
              <a:rPr lang="nl-BE" dirty="0"/>
              <a:t> </a:t>
            </a:r>
            <a:r>
              <a:rPr lang="nl-BE" dirty="0" err="1"/>
              <a:t>the</a:t>
            </a:r>
            <a:r>
              <a:rPr lang="nl-BE" dirty="0"/>
              <a:t> image </a:t>
            </a:r>
            <a:r>
              <a:rPr lang="nl-BE" dirty="0" err="1"/>
              <a:t>you</a:t>
            </a:r>
            <a:r>
              <a:rPr lang="nl-BE" dirty="0"/>
              <a:t> </a:t>
            </a:r>
            <a:r>
              <a:rPr lang="nl-BE" dirty="0" err="1"/>
              <a:t>selected</a:t>
            </a:r>
            <a:r>
              <a:rPr lang="nl-BE" dirty="0"/>
              <a:t> ie </a:t>
            </a:r>
            <a:r>
              <a:rPr lang="nl-BE" dirty="0" err="1"/>
              <a:t>minimal</a:t>
            </a:r>
            <a:r>
              <a:rPr lang="nl-BE" dirty="0"/>
              <a:t> </a:t>
            </a:r>
            <a:r>
              <a:rPr lang="nl-BE" dirty="0" err="1"/>
              <a:t>cloud</a:t>
            </a:r>
            <a:r>
              <a:rPr lang="nl-BE" dirty="0"/>
              <a:t> cover.</a:t>
            </a:r>
          </a:p>
          <a:p>
            <a:pPr marL="228600" indent="-228600">
              <a:buAutoNum type="arabicPeriod"/>
            </a:pPr>
            <a:r>
              <a:rPr lang="nl-BE" dirty="0"/>
              <a:t>On </a:t>
            </a:r>
            <a:r>
              <a:rPr lang="nl-BE" dirty="0" err="1"/>
              <a:t>the</a:t>
            </a:r>
            <a:r>
              <a:rPr lang="nl-BE" dirty="0"/>
              <a:t> </a:t>
            </a:r>
            <a:r>
              <a:rPr lang="nl-BE" b="1" dirty="0"/>
              <a:t>Download</a:t>
            </a:r>
            <a:r>
              <a:rPr lang="nl-BE" dirty="0"/>
              <a:t> </a:t>
            </a:r>
            <a:r>
              <a:rPr lang="nl-BE" dirty="0" err="1"/>
              <a:t>ribbon</a:t>
            </a:r>
            <a:r>
              <a:rPr lang="nl-BE" dirty="0"/>
              <a:t>, </a:t>
            </a:r>
            <a:r>
              <a:rPr lang="nl-BE" b="1" dirty="0" err="1"/>
              <a:t>uncheck</a:t>
            </a:r>
            <a:r>
              <a:rPr lang="nl-BE" dirty="0"/>
              <a:t> Bands 1, 9 </a:t>
            </a:r>
            <a:r>
              <a:rPr lang="nl-BE" dirty="0" err="1"/>
              <a:t>and</a:t>
            </a:r>
            <a:r>
              <a:rPr lang="nl-BE" dirty="0"/>
              <a:t> 10</a:t>
            </a:r>
          </a:p>
          <a:p>
            <a:pPr lvl="1"/>
            <a:r>
              <a:rPr lang="nl-BE" sz="1200" dirty="0" err="1"/>
              <a:t>This</a:t>
            </a:r>
            <a:r>
              <a:rPr lang="nl-BE" sz="1200" dirty="0"/>
              <a:t> </a:t>
            </a:r>
            <a:r>
              <a:rPr lang="nl-BE" sz="1200" dirty="0" err="1"/>
              <a:t>only</a:t>
            </a:r>
            <a:r>
              <a:rPr lang="nl-BE" sz="1200" dirty="0"/>
              <a:t> </a:t>
            </a:r>
            <a:r>
              <a:rPr lang="nl-BE" sz="1200" dirty="0" err="1"/>
              <a:t>selcts</a:t>
            </a:r>
            <a:r>
              <a:rPr lang="nl-BE" sz="1200" dirty="0"/>
              <a:t> 10m </a:t>
            </a:r>
            <a:r>
              <a:rPr lang="nl-BE" sz="1200" dirty="0" err="1"/>
              <a:t>and</a:t>
            </a:r>
            <a:r>
              <a:rPr lang="nl-BE" sz="1200" dirty="0"/>
              <a:t> 20m </a:t>
            </a:r>
            <a:r>
              <a:rPr lang="nl-BE" sz="1200" dirty="0" err="1"/>
              <a:t>resolution</a:t>
            </a:r>
            <a:r>
              <a:rPr lang="nl-BE" sz="1200" dirty="0"/>
              <a:t> bands. We </a:t>
            </a:r>
            <a:r>
              <a:rPr lang="nl-BE" sz="1200" dirty="0" err="1"/>
              <a:t>leave</a:t>
            </a:r>
            <a:r>
              <a:rPr lang="nl-BE" sz="1200" dirty="0"/>
              <a:t> out 60m bands</a:t>
            </a:r>
          </a:p>
          <a:p>
            <a:pPr marL="228600" indent="-228600">
              <a:buAutoNum type="arabicPeriod"/>
            </a:pPr>
            <a:r>
              <a:rPr lang="nl-BE" dirty="0"/>
              <a:t>Below </a:t>
            </a:r>
            <a:r>
              <a:rPr lang="nl-BE" dirty="0" err="1"/>
              <a:t>that</a:t>
            </a:r>
            <a:r>
              <a:rPr lang="nl-BE" dirty="0"/>
              <a:t>, check </a:t>
            </a:r>
            <a:r>
              <a:rPr lang="nl-BE" dirty="0" err="1"/>
              <a:t>the</a:t>
            </a:r>
            <a:r>
              <a:rPr lang="nl-BE" dirty="0"/>
              <a:t> </a:t>
            </a:r>
            <a:r>
              <a:rPr lang="nl-BE" b="1" dirty="0" err="1"/>
              <a:t>Preprocess</a:t>
            </a:r>
            <a:r>
              <a:rPr lang="nl-BE" b="1" dirty="0"/>
              <a:t> images </a:t>
            </a:r>
            <a:r>
              <a:rPr lang="nl-BE" dirty="0"/>
              <a:t>box</a:t>
            </a:r>
          </a:p>
          <a:p>
            <a:pPr marL="228600" indent="-228600">
              <a:buAutoNum type="arabicPeriod"/>
            </a:pPr>
            <a:r>
              <a:rPr lang="nl-BE" dirty="0" err="1"/>
              <a:t>Also</a:t>
            </a:r>
            <a:r>
              <a:rPr lang="nl-BE" dirty="0"/>
              <a:t>, check </a:t>
            </a:r>
            <a:r>
              <a:rPr lang="nl-BE" dirty="0" err="1"/>
              <a:t>the</a:t>
            </a:r>
            <a:r>
              <a:rPr lang="nl-BE" dirty="0"/>
              <a:t> </a:t>
            </a:r>
            <a:r>
              <a:rPr lang="nl-BE" b="1" dirty="0"/>
              <a:t>Load bands </a:t>
            </a:r>
            <a:r>
              <a:rPr lang="nl-BE" dirty="0"/>
              <a:t>in QGIS box.</a:t>
            </a:r>
          </a:p>
          <a:p>
            <a:pPr marL="228600" indent="-228600">
              <a:buAutoNum type="arabicPeriod"/>
            </a:pPr>
            <a:r>
              <a:rPr lang="nl-BE" dirty="0" err="1"/>
              <a:t>Now</a:t>
            </a:r>
            <a:r>
              <a:rPr lang="nl-BE" dirty="0"/>
              <a:t> </a:t>
            </a:r>
            <a:r>
              <a:rPr lang="nl-BE" dirty="0" err="1"/>
              <a:t>you</a:t>
            </a:r>
            <a:r>
              <a:rPr lang="nl-BE" dirty="0"/>
              <a:t> </a:t>
            </a:r>
            <a:r>
              <a:rPr lang="nl-BE" dirty="0" err="1"/>
              <a:t>can</a:t>
            </a:r>
            <a:r>
              <a:rPr lang="nl-BE" dirty="0"/>
              <a:t> download </a:t>
            </a:r>
            <a:r>
              <a:rPr lang="nl-BE" dirty="0" err="1"/>
              <a:t>by</a:t>
            </a:r>
            <a:r>
              <a:rPr lang="nl-BE" dirty="0"/>
              <a:t> </a:t>
            </a:r>
            <a:r>
              <a:rPr lang="nl-BE" dirty="0" err="1"/>
              <a:t>clicking</a:t>
            </a:r>
            <a:r>
              <a:rPr lang="nl-BE" dirty="0"/>
              <a:t> </a:t>
            </a:r>
            <a:r>
              <a:rPr lang="nl-BE" b="1" dirty="0"/>
              <a:t>RUN</a:t>
            </a:r>
            <a:r>
              <a:rPr lang="nl-BE" dirty="0"/>
              <a:t>. </a:t>
            </a:r>
          </a:p>
          <a:p>
            <a:pPr marL="742950" lvl="1" indent="-285750">
              <a:buFontTx/>
              <a:buChar char="-"/>
            </a:pPr>
            <a:r>
              <a:rPr lang="nl-BE" sz="1400" dirty="0"/>
              <a:t>A </a:t>
            </a:r>
            <a:r>
              <a:rPr lang="nl-BE" sz="1400" dirty="0" err="1"/>
              <a:t>dialogue</a:t>
            </a:r>
            <a:r>
              <a:rPr lang="nl-BE" sz="1400" dirty="0"/>
              <a:t> box </a:t>
            </a:r>
            <a:r>
              <a:rPr lang="nl-BE" sz="1400" dirty="0" err="1"/>
              <a:t>will</a:t>
            </a:r>
            <a:r>
              <a:rPr lang="nl-BE" sz="1400" dirty="0"/>
              <a:t> open. </a:t>
            </a:r>
          </a:p>
          <a:p>
            <a:pPr marL="742950" lvl="1" indent="-285750">
              <a:buFontTx/>
              <a:buChar char="-"/>
            </a:pPr>
            <a:r>
              <a:rPr lang="nl-BE" sz="1400" dirty="0"/>
              <a:t>Select </a:t>
            </a:r>
            <a:r>
              <a:rPr lang="nl-BE" sz="1400" dirty="0" err="1"/>
              <a:t>the</a:t>
            </a:r>
            <a:r>
              <a:rPr lang="nl-BE" sz="1400" dirty="0"/>
              <a:t> data folder in </a:t>
            </a:r>
            <a:r>
              <a:rPr lang="nl-BE" sz="1400" dirty="0" err="1"/>
              <a:t>Classification</a:t>
            </a:r>
            <a:r>
              <a:rPr lang="nl-BE" sz="1400" dirty="0"/>
              <a:t> project folder </a:t>
            </a:r>
            <a:r>
              <a:rPr lang="nl-BE" sz="1400" dirty="0" err="1"/>
              <a:t>to</a:t>
            </a:r>
            <a:r>
              <a:rPr lang="nl-BE" sz="1400" dirty="0"/>
              <a:t> save </a:t>
            </a:r>
            <a:r>
              <a:rPr lang="nl-BE" sz="1400" dirty="0" err="1"/>
              <a:t>the</a:t>
            </a:r>
            <a:r>
              <a:rPr lang="nl-BE" sz="1400" dirty="0"/>
              <a:t> images </a:t>
            </a:r>
            <a:r>
              <a:rPr lang="nl-BE" sz="1400" dirty="0" err="1"/>
              <a:t>there</a:t>
            </a:r>
            <a:r>
              <a:rPr lang="nl-BE" sz="1400" dirty="0"/>
              <a:t>.</a:t>
            </a:r>
          </a:p>
          <a:p>
            <a:r>
              <a:rPr lang="nl-BE" sz="1200" dirty="0" err="1"/>
              <a:t>Confirm</a:t>
            </a:r>
            <a:r>
              <a:rPr lang="nl-BE" sz="1200" dirty="0"/>
              <a:t> </a:t>
            </a:r>
            <a:r>
              <a:rPr lang="nl-BE" sz="1200" dirty="0" err="1"/>
              <a:t>that</a:t>
            </a:r>
            <a:r>
              <a:rPr lang="nl-BE" sz="1200" dirty="0"/>
              <a:t> </a:t>
            </a:r>
            <a:r>
              <a:rPr lang="nl-BE" sz="1200" dirty="0" err="1"/>
              <a:t>your</a:t>
            </a:r>
            <a:r>
              <a:rPr lang="nl-BE" sz="1200" dirty="0"/>
              <a:t> </a:t>
            </a:r>
            <a:r>
              <a:rPr lang="nl-BE" sz="1200" dirty="0" err="1"/>
              <a:t>downloaded</a:t>
            </a:r>
            <a:r>
              <a:rPr lang="nl-BE" sz="1200" dirty="0"/>
              <a:t> file starts </a:t>
            </a:r>
            <a:r>
              <a:rPr lang="nl-BE" sz="1200" dirty="0" err="1"/>
              <a:t>with</a:t>
            </a:r>
            <a:r>
              <a:rPr lang="nl-BE" sz="1200" dirty="0"/>
              <a:t> </a:t>
            </a:r>
            <a:r>
              <a:rPr lang="nl-BE" sz="1200" b="1" dirty="0"/>
              <a:t>RT_. </a:t>
            </a:r>
            <a:endParaRPr lang="nl-BE" sz="1200" dirty="0"/>
          </a:p>
        </p:txBody>
      </p:sp>
      <p:sp>
        <p:nvSpPr>
          <p:cNvPr id="8" name="Title 1">
            <a:extLst>
              <a:ext uri="{FF2B5EF4-FFF2-40B4-BE49-F238E27FC236}">
                <a16:creationId xmlns:a16="http://schemas.microsoft.com/office/drawing/2014/main" id="{56F5B772-6814-0370-0098-1FB6EAC94AEB}"/>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Download  dataset</a:t>
            </a:r>
          </a:p>
        </p:txBody>
      </p:sp>
      <p:grpSp>
        <p:nvGrpSpPr>
          <p:cNvPr id="13" name="Group 12">
            <a:extLst>
              <a:ext uri="{FF2B5EF4-FFF2-40B4-BE49-F238E27FC236}">
                <a16:creationId xmlns:a16="http://schemas.microsoft.com/office/drawing/2014/main" id="{6580916F-3E7C-E869-221D-13CBEF98C895}"/>
              </a:ext>
            </a:extLst>
          </p:cNvPr>
          <p:cNvGrpSpPr/>
          <p:nvPr/>
        </p:nvGrpSpPr>
        <p:grpSpPr>
          <a:xfrm>
            <a:off x="4640326" y="1143000"/>
            <a:ext cx="7551674" cy="5466876"/>
            <a:chOff x="4640326" y="1143000"/>
            <a:chExt cx="7551674" cy="5466876"/>
          </a:xfrm>
        </p:grpSpPr>
        <p:pic>
          <p:nvPicPr>
            <p:cNvPr id="3" name="Picture 2" descr="A computer screen shot of a computer&#10;&#10;AI-generated content may be incorrect.">
              <a:extLst>
                <a:ext uri="{FF2B5EF4-FFF2-40B4-BE49-F238E27FC236}">
                  <a16:creationId xmlns:a16="http://schemas.microsoft.com/office/drawing/2014/main" id="{B50FAF76-F6B1-65E9-B07D-394D8D2DB9F3}"/>
                </a:ext>
              </a:extLst>
            </p:cNvPr>
            <p:cNvPicPr>
              <a:picLocks noChangeAspect="1"/>
            </p:cNvPicPr>
            <p:nvPr/>
          </p:nvPicPr>
          <p:blipFill>
            <a:blip r:embed="rId2"/>
            <a:srcRect l="20110"/>
            <a:stretch/>
          </p:blipFill>
          <p:spPr>
            <a:xfrm>
              <a:off x="4640326" y="1143000"/>
              <a:ext cx="7551674" cy="5248655"/>
            </a:xfrm>
            <a:prstGeom prst="rect">
              <a:avLst/>
            </a:prstGeom>
          </p:spPr>
        </p:pic>
        <p:sp>
          <p:nvSpPr>
            <p:cNvPr id="7" name="TextBox 6">
              <a:extLst>
                <a:ext uri="{FF2B5EF4-FFF2-40B4-BE49-F238E27FC236}">
                  <a16:creationId xmlns:a16="http://schemas.microsoft.com/office/drawing/2014/main" id="{32984A9D-120F-9DB4-5002-80733FAE487A}"/>
                </a:ext>
              </a:extLst>
            </p:cNvPr>
            <p:cNvSpPr txBox="1"/>
            <p:nvPr/>
          </p:nvSpPr>
          <p:spPr>
            <a:xfrm>
              <a:off x="9805844" y="2922806"/>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2" name="TextBox 1">
              <a:extLst>
                <a:ext uri="{FF2B5EF4-FFF2-40B4-BE49-F238E27FC236}">
                  <a16:creationId xmlns:a16="http://schemas.microsoft.com/office/drawing/2014/main" id="{5F36121A-5828-A0AF-0C9D-F97CE14D5926}"/>
                </a:ext>
              </a:extLst>
            </p:cNvPr>
            <p:cNvSpPr txBox="1"/>
            <p:nvPr/>
          </p:nvSpPr>
          <p:spPr>
            <a:xfrm>
              <a:off x="4718772" y="5330725"/>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9" name="TextBox 8">
              <a:extLst>
                <a:ext uri="{FF2B5EF4-FFF2-40B4-BE49-F238E27FC236}">
                  <a16:creationId xmlns:a16="http://schemas.microsoft.com/office/drawing/2014/main" id="{16055E75-79EA-1AD9-DCC5-7ECA26834436}"/>
                </a:ext>
              </a:extLst>
            </p:cNvPr>
            <p:cNvSpPr txBox="1"/>
            <p:nvPr/>
          </p:nvSpPr>
          <p:spPr>
            <a:xfrm>
              <a:off x="5644094" y="6271322"/>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0" name="TextBox 9">
              <a:extLst>
                <a:ext uri="{FF2B5EF4-FFF2-40B4-BE49-F238E27FC236}">
                  <a16:creationId xmlns:a16="http://schemas.microsoft.com/office/drawing/2014/main" id="{2DB2E803-241D-0B31-F756-AD8091F50DDD}"/>
                </a:ext>
              </a:extLst>
            </p:cNvPr>
            <p:cNvSpPr txBox="1"/>
            <p:nvPr/>
          </p:nvSpPr>
          <p:spPr>
            <a:xfrm>
              <a:off x="6540380" y="6260942"/>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1" name="TextBox 10">
              <a:extLst>
                <a:ext uri="{FF2B5EF4-FFF2-40B4-BE49-F238E27FC236}">
                  <a16:creationId xmlns:a16="http://schemas.microsoft.com/office/drawing/2014/main" id="{92F4A472-03C0-4574-2A2E-A5DEF8D9F567}"/>
                </a:ext>
              </a:extLst>
            </p:cNvPr>
            <p:cNvSpPr txBox="1"/>
            <p:nvPr/>
          </p:nvSpPr>
          <p:spPr>
            <a:xfrm>
              <a:off x="10932802" y="6059548"/>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grpSp>
    </p:spTree>
    <p:extLst>
      <p:ext uri="{BB962C8B-B14F-4D97-AF65-F5344CB8AC3E}">
        <p14:creationId xmlns:p14="http://schemas.microsoft.com/office/powerpoint/2010/main" val="2813874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BDBB-6323-5DDA-BC5D-4B10272EF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0F7A8-B4DC-A791-6434-0965963B1212}"/>
              </a:ext>
            </a:extLst>
          </p:cNvPr>
          <p:cNvSpPr>
            <a:spLocks noGrp="1"/>
          </p:cNvSpPr>
          <p:nvPr>
            <p:ph type="title"/>
          </p:nvPr>
        </p:nvSpPr>
        <p:spPr>
          <a:xfrm>
            <a:off x="1375236" y="2802024"/>
            <a:ext cx="9268380" cy="1395072"/>
          </a:xfrm>
        </p:spPr>
        <p:txBody>
          <a:bodyPr>
            <a:normAutofit/>
          </a:bodyPr>
          <a:lstStyle/>
          <a:p>
            <a:pPr algn="ctr"/>
            <a:r>
              <a:rPr lang="nl-BE" dirty="0" err="1"/>
              <a:t>Create</a:t>
            </a:r>
            <a:r>
              <a:rPr lang="nl-BE" dirty="0"/>
              <a:t> </a:t>
            </a:r>
            <a:r>
              <a:rPr lang="nl-BE" dirty="0" err="1"/>
              <a:t>bandset</a:t>
            </a:r>
            <a:endParaRPr lang="en-BE" dirty="0"/>
          </a:p>
        </p:txBody>
      </p:sp>
    </p:spTree>
    <p:extLst>
      <p:ext uri="{BB962C8B-B14F-4D97-AF65-F5344CB8AC3E}">
        <p14:creationId xmlns:p14="http://schemas.microsoft.com/office/powerpoint/2010/main" val="3091008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DE7E-32FE-1FA6-6F2E-77A2CABAD64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2D01FF1-3805-F9A3-B1CE-E26616368830}"/>
              </a:ext>
            </a:extLst>
          </p:cNvPr>
          <p:cNvSpPr txBox="1">
            <a:spLocks/>
          </p:cNvSpPr>
          <p:nvPr/>
        </p:nvSpPr>
        <p:spPr>
          <a:xfrm>
            <a:off x="7635" y="1351429"/>
            <a:ext cx="4327190"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Download your selected data as follows:</a:t>
            </a:r>
          </a:p>
          <a:p>
            <a:pPr marL="342900" indent="-342900">
              <a:buAutoNum type="arabicPeriod"/>
            </a:pPr>
            <a:r>
              <a:rPr lang="en-GB" dirty="0"/>
              <a:t>On the left-hand pane, select </a:t>
            </a:r>
            <a:r>
              <a:rPr lang="en-GB" b="1" dirty="0"/>
              <a:t>Band set</a:t>
            </a:r>
            <a:r>
              <a:rPr lang="en-GB" dirty="0"/>
              <a:t> to open the window.</a:t>
            </a:r>
          </a:p>
          <a:p>
            <a:pPr marL="342900" indent="-342900">
              <a:buAutoNum type="arabicPeriod"/>
            </a:pPr>
            <a:r>
              <a:rPr lang="en-GB" sz="1400" dirty="0"/>
              <a:t>Click on the </a:t>
            </a:r>
            <a:r>
              <a:rPr lang="en-GB" sz="1400" b="1" dirty="0"/>
              <a:t>green icon </a:t>
            </a:r>
            <a:r>
              <a:rPr lang="en-GB" sz="1400" dirty="0"/>
              <a:t>to</a:t>
            </a:r>
            <a:r>
              <a:rPr lang="en-GB" dirty="0"/>
              <a:t> load your data</a:t>
            </a:r>
          </a:p>
          <a:p>
            <a:pPr marL="342900" indent="-342900">
              <a:buAutoNum type="arabicPeriod"/>
            </a:pPr>
            <a:r>
              <a:rPr lang="en-GB" sz="1400" dirty="0"/>
              <a:t>The Select input raster window opens up. </a:t>
            </a:r>
            <a:endParaRPr lang="en-GB" dirty="0"/>
          </a:p>
          <a:p>
            <a:pPr marL="342900" indent="-342900">
              <a:buAutoNum type="arabicPeriod"/>
            </a:pPr>
            <a:r>
              <a:rPr lang="en-GB" dirty="0"/>
              <a:t>Click on your dataset folder and click </a:t>
            </a:r>
            <a:r>
              <a:rPr lang="en-GB" b="1" dirty="0"/>
              <a:t>Open</a:t>
            </a:r>
            <a:r>
              <a:rPr lang="en-GB" dirty="0"/>
              <a:t>.</a:t>
            </a:r>
          </a:p>
          <a:p>
            <a:pPr marL="342900" indent="-342900">
              <a:buAutoNum type="arabicPeriod"/>
            </a:pPr>
            <a:r>
              <a:rPr lang="en-GB" sz="1400" dirty="0"/>
              <a:t>Select all the  .tiff files ( B</a:t>
            </a:r>
            <a:r>
              <a:rPr lang="en-GB" dirty="0"/>
              <a:t>02,B03, B04, B05, B06, B07, B08, B08A, B11, B12) (</a:t>
            </a:r>
            <a:r>
              <a:rPr lang="en-GB" dirty="0" err="1"/>
              <a:t>ctrl+right</a:t>
            </a:r>
            <a:r>
              <a:rPr lang="en-GB" dirty="0"/>
              <a:t> click) and click </a:t>
            </a:r>
            <a:r>
              <a:rPr lang="en-GB" b="1" dirty="0"/>
              <a:t>Open </a:t>
            </a:r>
            <a:r>
              <a:rPr lang="en-GB" dirty="0"/>
              <a:t>to add them to the Band set pane.</a:t>
            </a:r>
          </a:p>
          <a:p>
            <a:pPr marL="342900" indent="-342900">
              <a:buAutoNum type="arabicPeriod"/>
            </a:pPr>
            <a:r>
              <a:rPr lang="en-GB" dirty="0"/>
              <a:t>Ensure the bands are </a:t>
            </a:r>
            <a:r>
              <a:rPr lang="en-GB" b="1" dirty="0"/>
              <a:t>correctly ordered </a:t>
            </a:r>
            <a:r>
              <a:rPr lang="en-GB" dirty="0"/>
              <a:t>from B02-B12</a:t>
            </a:r>
          </a:p>
          <a:p>
            <a:pPr marL="342900" indent="-342900">
              <a:buAutoNum type="arabicPeriod"/>
            </a:pPr>
            <a:r>
              <a:rPr lang="en-GB" dirty="0"/>
              <a:t>In the </a:t>
            </a:r>
            <a:r>
              <a:rPr lang="en-GB" b="1" dirty="0"/>
              <a:t>Band set tools </a:t>
            </a:r>
            <a:r>
              <a:rPr lang="en-GB" dirty="0"/>
              <a:t>ribbon, check the </a:t>
            </a:r>
            <a:r>
              <a:rPr lang="en-GB" b="1" dirty="0"/>
              <a:t>Create virtual raster of band set </a:t>
            </a:r>
            <a:r>
              <a:rPr lang="en-GB" dirty="0"/>
              <a:t>only.</a:t>
            </a:r>
          </a:p>
          <a:p>
            <a:pPr marL="342900" indent="-342900">
              <a:buAutoNum type="arabicPeriod"/>
            </a:pPr>
            <a:r>
              <a:rPr lang="en-GB" dirty="0"/>
              <a:t>Click </a:t>
            </a:r>
            <a:r>
              <a:rPr lang="en-GB" b="1" dirty="0"/>
              <a:t>RUN</a:t>
            </a:r>
          </a:p>
          <a:p>
            <a:r>
              <a:rPr lang="en-GB" sz="1400" dirty="0"/>
              <a:t>This will save your image as .</a:t>
            </a:r>
            <a:r>
              <a:rPr lang="en-GB" sz="1400" dirty="0" err="1"/>
              <a:t>vrt</a:t>
            </a:r>
            <a:r>
              <a:rPr lang="en-GB" sz="1400" dirty="0"/>
              <a:t>, and add it to QGIS.</a:t>
            </a:r>
          </a:p>
        </p:txBody>
      </p:sp>
      <p:sp>
        <p:nvSpPr>
          <p:cNvPr id="5" name="Title 1">
            <a:extLst>
              <a:ext uri="{FF2B5EF4-FFF2-40B4-BE49-F238E27FC236}">
                <a16:creationId xmlns:a16="http://schemas.microsoft.com/office/drawing/2014/main" id="{0D40C670-9162-31A7-2709-C7C098DCA92E}"/>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Create</a:t>
            </a:r>
            <a:r>
              <a:rPr lang="nl-BE" sz="2400" dirty="0"/>
              <a:t> virtual raster</a:t>
            </a:r>
          </a:p>
        </p:txBody>
      </p:sp>
      <p:grpSp>
        <p:nvGrpSpPr>
          <p:cNvPr id="17" name="Group 16">
            <a:extLst>
              <a:ext uri="{FF2B5EF4-FFF2-40B4-BE49-F238E27FC236}">
                <a16:creationId xmlns:a16="http://schemas.microsoft.com/office/drawing/2014/main" id="{BF54137C-AC64-99FE-23F7-80F508BCAE76}"/>
              </a:ext>
            </a:extLst>
          </p:cNvPr>
          <p:cNvGrpSpPr/>
          <p:nvPr/>
        </p:nvGrpSpPr>
        <p:grpSpPr>
          <a:xfrm>
            <a:off x="4457826" y="1069427"/>
            <a:ext cx="7734174" cy="5306189"/>
            <a:chOff x="4457826" y="1069427"/>
            <a:chExt cx="7734174" cy="5306189"/>
          </a:xfrm>
        </p:grpSpPr>
        <p:grpSp>
          <p:nvGrpSpPr>
            <p:cNvPr id="11" name="Group 10">
              <a:extLst>
                <a:ext uri="{FF2B5EF4-FFF2-40B4-BE49-F238E27FC236}">
                  <a16:creationId xmlns:a16="http://schemas.microsoft.com/office/drawing/2014/main" id="{2BA60F72-C2EA-DC5B-6EF3-F0984256AB6C}"/>
                </a:ext>
              </a:extLst>
            </p:cNvPr>
            <p:cNvGrpSpPr/>
            <p:nvPr/>
          </p:nvGrpSpPr>
          <p:grpSpPr>
            <a:xfrm>
              <a:off x="4457826" y="1069427"/>
              <a:ext cx="7734174" cy="5306189"/>
              <a:chOff x="5029414" y="1461577"/>
              <a:chExt cx="7162586" cy="4914039"/>
            </a:xfrm>
          </p:grpSpPr>
          <p:pic>
            <p:nvPicPr>
              <p:cNvPr id="10" name="Picture 9" descr="A screenshot of a computer&#10;&#10;AI-generated content may be incorrect.">
                <a:extLst>
                  <a:ext uri="{FF2B5EF4-FFF2-40B4-BE49-F238E27FC236}">
                    <a16:creationId xmlns:a16="http://schemas.microsoft.com/office/drawing/2014/main" id="{2A58401E-9B8A-2E7D-FF03-96B1BAA106D1}"/>
                  </a:ext>
                </a:extLst>
              </p:cNvPr>
              <p:cNvPicPr>
                <a:picLocks noChangeAspect="1"/>
              </p:cNvPicPr>
              <p:nvPr/>
            </p:nvPicPr>
            <p:blipFill>
              <a:blip r:embed="rId2"/>
              <a:srcRect l="37248"/>
              <a:stretch/>
            </p:blipFill>
            <p:spPr>
              <a:xfrm>
                <a:off x="6784848" y="1461577"/>
                <a:ext cx="5407152" cy="4914039"/>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FCB9DEAD-ABCB-617F-D990-3D0FBD8F3D91}"/>
                  </a:ext>
                </a:extLst>
              </p:cNvPr>
              <p:cNvPicPr>
                <a:picLocks noChangeAspect="1"/>
              </p:cNvPicPr>
              <p:nvPr/>
            </p:nvPicPr>
            <p:blipFill>
              <a:blip r:embed="rId2"/>
              <a:srcRect r="79625"/>
              <a:stretch/>
            </p:blipFill>
            <p:spPr>
              <a:xfrm>
                <a:off x="5029414" y="1461577"/>
                <a:ext cx="1755648" cy="4914039"/>
              </a:xfrm>
              <a:prstGeom prst="rect">
                <a:avLst/>
              </a:prstGeom>
            </p:spPr>
          </p:pic>
        </p:grpSp>
        <p:sp>
          <p:nvSpPr>
            <p:cNvPr id="6" name="TextBox 5">
              <a:extLst>
                <a:ext uri="{FF2B5EF4-FFF2-40B4-BE49-F238E27FC236}">
                  <a16:creationId xmlns:a16="http://schemas.microsoft.com/office/drawing/2014/main" id="{11F38DC7-5ACD-D97A-8527-EAFC7E21C751}"/>
                </a:ext>
              </a:extLst>
            </p:cNvPr>
            <p:cNvSpPr txBox="1"/>
            <p:nvPr/>
          </p:nvSpPr>
          <p:spPr>
            <a:xfrm>
              <a:off x="5121605" y="1307171"/>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7" name="TextBox 6">
              <a:extLst>
                <a:ext uri="{FF2B5EF4-FFF2-40B4-BE49-F238E27FC236}">
                  <a16:creationId xmlns:a16="http://schemas.microsoft.com/office/drawing/2014/main" id="{3DA819C8-081F-0B5D-2D25-209778518539}"/>
                </a:ext>
              </a:extLst>
            </p:cNvPr>
            <p:cNvSpPr txBox="1"/>
            <p:nvPr/>
          </p:nvSpPr>
          <p:spPr>
            <a:xfrm>
              <a:off x="11596624" y="1187258"/>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pic>
          <p:nvPicPr>
            <p:cNvPr id="9" name="Picture 8" descr="A screenshot of a computer&#10;&#10;AI-generated content may be incorrect.">
              <a:extLst>
                <a:ext uri="{FF2B5EF4-FFF2-40B4-BE49-F238E27FC236}">
                  <a16:creationId xmlns:a16="http://schemas.microsoft.com/office/drawing/2014/main" id="{C8EC78BE-A733-CF8D-9818-7A47C0439138}"/>
                </a:ext>
              </a:extLst>
            </p:cNvPr>
            <p:cNvPicPr>
              <a:picLocks noChangeAspect="1"/>
            </p:cNvPicPr>
            <p:nvPr/>
          </p:nvPicPr>
          <p:blipFill>
            <a:blip r:embed="rId3"/>
            <a:stretch>
              <a:fillRect/>
            </a:stretch>
          </p:blipFill>
          <p:spPr>
            <a:xfrm>
              <a:off x="4728559" y="3310128"/>
              <a:ext cx="4649322" cy="2240701"/>
            </a:xfrm>
            <a:prstGeom prst="rect">
              <a:avLst/>
            </a:prstGeom>
          </p:spPr>
        </p:pic>
        <p:sp>
          <p:nvSpPr>
            <p:cNvPr id="12" name="TextBox 11">
              <a:extLst>
                <a:ext uri="{FF2B5EF4-FFF2-40B4-BE49-F238E27FC236}">
                  <a16:creationId xmlns:a16="http://schemas.microsoft.com/office/drawing/2014/main" id="{0637D68C-6DA0-CFDE-E73E-543261C91E63}"/>
                </a:ext>
              </a:extLst>
            </p:cNvPr>
            <p:cNvSpPr txBox="1"/>
            <p:nvPr/>
          </p:nvSpPr>
          <p:spPr>
            <a:xfrm>
              <a:off x="5664918" y="3259723"/>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3" name="TextBox 12">
              <a:extLst>
                <a:ext uri="{FF2B5EF4-FFF2-40B4-BE49-F238E27FC236}">
                  <a16:creationId xmlns:a16="http://schemas.microsoft.com/office/drawing/2014/main" id="{3B057DB4-D66D-361D-C320-677B229F4577}"/>
                </a:ext>
              </a:extLst>
            </p:cNvPr>
            <p:cNvSpPr txBox="1"/>
            <p:nvPr/>
          </p:nvSpPr>
          <p:spPr>
            <a:xfrm>
              <a:off x="8371010" y="4930027"/>
              <a:ext cx="571821" cy="338554"/>
            </a:xfrm>
            <a:prstGeom prst="rect">
              <a:avLst/>
            </a:prstGeom>
            <a:solidFill>
              <a:schemeClr val="accent1"/>
            </a:solidFill>
          </p:spPr>
          <p:txBody>
            <a:bodyPr wrap="square" rtlCol="0">
              <a:spAutoFit/>
            </a:bodyPr>
            <a:lstStyle/>
            <a:p>
              <a:r>
                <a:rPr lang="nl-BE" sz="1600" b="1" dirty="0"/>
                <a:t>4,5</a:t>
              </a:r>
              <a:endParaRPr lang="en-GB" sz="1600" b="1" dirty="0"/>
            </a:p>
          </p:txBody>
        </p:sp>
        <p:sp>
          <p:nvSpPr>
            <p:cNvPr id="14" name="TextBox 13">
              <a:extLst>
                <a:ext uri="{FF2B5EF4-FFF2-40B4-BE49-F238E27FC236}">
                  <a16:creationId xmlns:a16="http://schemas.microsoft.com/office/drawing/2014/main" id="{3CF80846-A4C8-990E-59C0-2B88F449420A}"/>
                </a:ext>
              </a:extLst>
            </p:cNvPr>
            <p:cNvSpPr txBox="1"/>
            <p:nvPr/>
          </p:nvSpPr>
          <p:spPr>
            <a:xfrm>
              <a:off x="11249152" y="2384947"/>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
          <p:nvSpPr>
            <p:cNvPr id="15" name="TextBox 14">
              <a:extLst>
                <a:ext uri="{FF2B5EF4-FFF2-40B4-BE49-F238E27FC236}">
                  <a16:creationId xmlns:a16="http://schemas.microsoft.com/office/drawing/2014/main" id="{A1B989E6-08FB-47DA-DC9C-961A20DDD8CF}"/>
                </a:ext>
              </a:extLst>
            </p:cNvPr>
            <p:cNvSpPr txBox="1"/>
            <p:nvPr/>
          </p:nvSpPr>
          <p:spPr>
            <a:xfrm>
              <a:off x="5959613" y="5917288"/>
              <a:ext cx="347472" cy="338554"/>
            </a:xfrm>
            <a:prstGeom prst="rect">
              <a:avLst/>
            </a:prstGeom>
            <a:solidFill>
              <a:schemeClr val="accent1"/>
            </a:solidFill>
          </p:spPr>
          <p:txBody>
            <a:bodyPr wrap="square" rtlCol="0">
              <a:spAutoFit/>
            </a:bodyPr>
            <a:lstStyle/>
            <a:p>
              <a:r>
                <a:rPr lang="nl-BE" sz="1600" b="1" dirty="0"/>
                <a:t>7</a:t>
              </a:r>
              <a:endParaRPr lang="en-GB" sz="1600" b="1" dirty="0"/>
            </a:p>
          </p:txBody>
        </p:sp>
        <p:sp>
          <p:nvSpPr>
            <p:cNvPr id="16" name="TextBox 15">
              <a:extLst>
                <a:ext uri="{FF2B5EF4-FFF2-40B4-BE49-F238E27FC236}">
                  <a16:creationId xmlns:a16="http://schemas.microsoft.com/office/drawing/2014/main" id="{CBE5C308-97FC-D5E1-FB84-CA0D58176C8B}"/>
                </a:ext>
              </a:extLst>
            </p:cNvPr>
            <p:cNvSpPr txBox="1"/>
            <p:nvPr/>
          </p:nvSpPr>
          <p:spPr>
            <a:xfrm>
              <a:off x="11075416" y="5917288"/>
              <a:ext cx="347472" cy="338554"/>
            </a:xfrm>
            <a:prstGeom prst="rect">
              <a:avLst/>
            </a:prstGeom>
            <a:solidFill>
              <a:schemeClr val="accent1"/>
            </a:solidFill>
          </p:spPr>
          <p:txBody>
            <a:bodyPr wrap="square" rtlCol="0">
              <a:spAutoFit/>
            </a:bodyPr>
            <a:lstStyle/>
            <a:p>
              <a:r>
                <a:rPr lang="nl-BE" sz="1600" b="1" dirty="0"/>
                <a:t>8</a:t>
              </a:r>
              <a:endParaRPr lang="en-GB" sz="1600" b="1" dirty="0"/>
            </a:p>
          </p:txBody>
        </p:sp>
      </p:grpSp>
    </p:spTree>
    <p:extLst>
      <p:ext uri="{BB962C8B-B14F-4D97-AF65-F5344CB8AC3E}">
        <p14:creationId xmlns:p14="http://schemas.microsoft.com/office/powerpoint/2010/main" val="3669955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7BC2-3F85-D89A-7BCA-A611309AFAD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CF75727-8730-1A73-1274-CF4251D0009A}"/>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View virtual raster</a:t>
            </a:r>
          </a:p>
        </p:txBody>
      </p:sp>
      <p:sp>
        <p:nvSpPr>
          <p:cNvPr id="5" name="Text Placeholder 3">
            <a:extLst>
              <a:ext uri="{FF2B5EF4-FFF2-40B4-BE49-F238E27FC236}">
                <a16:creationId xmlns:a16="http://schemas.microsoft.com/office/drawing/2014/main" id="{62C37830-1E9E-7DA8-E08F-6D57A41A25AC}"/>
              </a:ext>
            </a:extLst>
          </p:cNvPr>
          <p:cNvSpPr txBox="1">
            <a:spLocks/>
          </p:cNvSpPr>
          <p:nvPr/>
        </p:nvSpPr>
        <p:spPr>
          <a:xfrm>
            <a:off x="7635" y="1351429"/>
            <a:ext cx="3503661"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pPr marL="342900" indent="-342900">
              <a:buAutoNum type="arabicPeriod"/>
            </a:pPr>
            <a:r>
              <a:rPr lang="en-GB" dirty="0"/>
              <a:t>On your </a:t>
            </a:r>
            <a:r>
              <a:rPr lang="en-GB" b="1" dirty="0"/>
              <a:t>Layers </a:t>
            </a:r>
            <a:r>
              <a:rPr lang="en-GB" dirty="0"/>
              <a:t>panel, ensure the layer with the suffix </a:t>
            </a:r>
            <a:r>
              <a:rPr lang="en-GB" i="1" dirty="0"/>
              <a:t>_</a:t>
            </a:r>
            <a:r>
              <a:rPr lang="en-GB" i="1" dirty="0" err="1"/>
              <a:t>virtual_rast</a:t>
            </a:r>
            <a:r>
              <a:rPr lang="en-GB" i="1" dirty="0"/>
              <a:t> </a:t>
            </a:r>
            <a:r>
              <a:rPr lang="en-GB" dirty="0"/>
              <a:t>is above all the other </a:t>
            </a:r>
            <a:r>
              <a:rPr lang="en-GB" dirty="0" err="1"/>
              <a:t>rasters</a:t>
            </a:r>
            <a:r>
              <a:rPr lang="en-GB" dirty="0"/>
              <a:t>.</a:t>
            </a:r>
          </a:p>
          <a:p>
            <a:pPr marL="342900" indent="-342900">
              <a:buAutoNum type="arabicPeriod"/>
            </a:pPr>
            <a:r>
              <a:rPr lang="en-GB" sz="1400" dirty="0"/>
              <a:t>You may have </a:t>
            </a:r>
            <a:r>
              <a:rPr lang="en-GB" sz="1400" b="1" dirty="0"/>
              <a:t>your bounds </a:t>
            </a:r>
            <a:r>
              <a:rPr lang="en-GB" sz="1400" dirty="0"/>
              <a:t>layer above as well to see the extent of the area of interest.</a:t>
            </a:r>
          </a:p>
          <a:p>
            <a:pPr marL="342900" indent="-342900">
              <a:buAutoNum type="arabicPeriod"/>
            </a:pPr>
            <a:r>
              <a:rPr lang="en-GB" dirty="0"/>
              <a:t>TO have a cleaner workspace, remove the layers B02-B12, by right clicking on a layer, and select </a:t>
            </a:r>
            <a:r>
              <a:rPr lang="en-GB" b="1" dirty="0"/>
              <a:t>Remove Layer</a:t>
            </a:r>
            <a:r>
              <a:rPr lang="en-GB" dirty="0"/>
              <a:t>…</a:t>
            </a:r>
            <a:endParaRPr lang="en-GB" sz="1400" dirty="0"/>
          </a:p>
        </p:txBody>
      </p:sp>
      <p:grpSp>
        <p:nvGrpSpPr>
          <p:cNvPr id="14" name="Group 13">
            <a:extLst>
              <a:ext uri="{FF2B5EF4-FFF2-40B4-BE49-F238E27FC236}">
                <a16:creationId xmlns:a16="http://schemas.microsoft.com/office/drawing/2014/main" id="{71A65BC7-B3C3-4C1A-F929-389DCA158279}"/>
              </a:ext>
            </a:extLst>
          </p:cNvPr>
          <p:cNvGrpSpPr/>
          <p:nvPr/>
        </p:nvGrpSpPr>
        <p:grpSpPr>
          <a:xfrm>
            <a:off x="3511296" y="968367"/>
            <a:ext cx="8680704" cy="5889633"/>
            <a:chOff x="3511296" y="968367"/>
            <a:chExt cx="8680704" cy="5889633"/>
          </a:xfrm>
        </p:grpSpPr>
        <p:pic>
          <p:nvPicPr>
            <p:cNvPr id="3" name="Picture 2" descr="A screenshot of a computer&#10;&#10;AI-generated content may be incorrect.">
              <a:extLst>
                <a:ext uri="{FF2B5EF4-FFF2-40B4-BE49-F238E27FC236}">
                  <a16:creationId xmlns:a16="http://schemas.microsoft.com/office/drawing/2014/main" id="{9560AFC8-0927-609E-4BA5-ADE381B09C8C}"/>
                </a:ext>
              </a:extLst>
            </p:cNvPr>
            <p:cNvPicPr>
              <a:picLocks noChangeAspect="1"/>
            </p:cNvPicPr>
            <p:nvPr/>
          </p:nvPicPr>
          <p:blipFill>
            <a:blip r:embed="rId2"/>
            <a:stretch>
              <a:fillRect/>
            </a:stretch>
          </p:blipFill>
          <p:spPr>
            <a:xfrm>
              <a:off x="3511296" y="968367"/>
              <a:ext cx="8680704" cy="5889633"/>
            </a:xfrm>
            <a:prstGeom prst="rect">
              <a:avLst/>
            </a:prstGeom>
          </p:spPr>
        </p:pic>
        <p:sp>
          <p:nvSpPr>
            <p:cNvPr id="6" name="TextBox 5">
              <a:extLst>
                <a:ext uri="{FF2B5EF4-FFF2-40B4-BE49-F238E27FC236}">
                  <a16:creationId xmlns:a16="http://schemas.microsoft.com/office/drawing/2014/main" id="{269E97A6-3A98-A118-DC81-88D47FD15F87}"/>
                </a:ext>
              </a:extLst>
            </p:cNvPr>
            <p:cNvSpPr txBox="1"/>
            <p:nvPr/>
          </p:nvSpPr>
          <p:spPr>
            <a:xfrm>
              <a:off x="5098502" y="4568726"/>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7" name="TextBox 6">
              <a:extLst>
                <a:ext uri="{FF2B5EF4-FFF2-40B4-BE49-F238E27FC236}">
                  <a16:creationId xmlns:a16="http://schemas.microsoft.com/office/drawing/2014/main" id="{2A45F244-A76F-48D0-1832-EED14736E718}"/>
                </a:ext>
              </a:extLst>
            </p:cNvPr>
            <p:cNvSpPr txBox="1"/>
            <p:nvPr/>
          </p:nvSpPr>
          <p:spPr>
            <a:xfrm>
              <a:off x="9515482" y="2869641"/>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8" name="Rectangle 7">
              <a:extLst>
                <a:ext uri="{FF2B5EF4-FFF2-40B4-BE49-F238E27FC236}">
                  <a16:creationId xmlns:a16="http://schemas.microsoft.com/office/drawing/2014/main" id="{97DBFD32-BCF8-8583-3EAA-025FA60EFF1C}"/>
                </a:ext>
              </a:extLst>
            </p:cNvPr>
            <p:cNvSpPr/>
            <p:nvPr/>
          </p:nvSpPr>
          <p:spPr>
            <a:xfrm>
              <a:off x="3621024" y="5184648"/>
              <a:ext cx="1938528" cy="128930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A screenshot of a computer&#10;&#10;AI-generated content may be incorrect.">
              <a:extLst>
                <a:ext uri="{FF2B5EF4-FFF2-40B4-BE49-F238E27FC236}">
                  <a16:creationId xmlns:a16="http://schemas.microsoft.com/office/drawing/2014/main" id="{6B877C36-5655-8B48-BD82-0DD66FABCD3E}"/>
                </a:ext>
              </a:extLst>
            </p:cNvPr>
            <p:cNvPicPr>
              <a:picLocks noChangeAspect="1"/>
            </p:cNvPicPr>
            <p:nvPr/>
          </p:nvPicPr>
          <p:blipFill>
            <a:blip r:embed="rId3"/>
            <a:stretch>
              <a:fillRect/>
            </a:stretch>
          </p:blipFill>
          <p:spPr>
            <a:xfrm>
              <a:off x="4608902" y="2289274"/>
              <a:ext cx="1487098" cy="2259754"/>
            </a:xfrm>
            <a:prstGeom prst="rect">
              <a:avLst/>
            </a:prstGeom>
          </p:spPr>
        </p:pic>
        <p:sp>
          <p:nvSpPr>
            <p:cNvPr id="13" name="TextBox 12">
              <a:extLst>
                <a:ext uri="{FF2B5EF4-FFF2-40B4-BE49-F238E27FC236}">
                  <a16:creationId xmlns:a16="http://schemas.microsoft.com/office/drawing/2014/main" id="{C7B36DC5-5EAE-5C07-8C00-1D17009E542F}"/>
                </a:ext>
              </a:extLst>
            </p:cNvPr>
            <p:cNvSpPr txBox="1"/>
            <p:nvPr/>
          </p:nvSpPr>
          <p:spPr>
            <a:xfrm>
              <a:off x="5748528" y="3038918"/>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grpSp>
    </p:spTree>
    <p:extLst>
      <p:ext uri="{BB962C8B-B14F-4D97-AF65-F5344CB8AC3E}">
        <p14:creationId xmlns:p14="http://schemas.microsoft.com/office/powerpoint/2010/main" val="4238140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BDC9-F741-7EFB-BA60-F63BF72D6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12F55-B117-DF75-83E6-CE4806D05DE4}"/>
              </a:ext>
            </a:extLst>
          </p:cNvPr>
          <p:cNvSpPr>
            <a:spLocks noGrp="1"/>
          </p:cNvSpPr>
          <p:nvPr>
            <p:ph type="title"/>
          </p:nvPr>
        </p:nvSpPr>
        <p:spPr>
          <a:xfrm>
            <a:off x="1375236" y="2802024"/>
            <a:ext cx="9268380" cy="1395072"/>
          </a:xfrm>
        </p:spPr>
        <p:txBody>
          <a:bodyPr>
            <a:normAutofit/>
          </a:bodyPr>
          <a:lstStyle/>
          <a:p>
            <a:pPr algn="ctr"/>
            <a:r>
              <a:rPr lang="nl-BE" dirty="0" err="1"/>
              <a:t>Exploratory</a:t>
            </a:r>
            <a:r>
              <a:rPr lang="nl-BE" dirty="0"/>
              <a:t> analysis</a:t>
            </a:r>
            <a:endParaRPr lang="en-BE" dirty="0"/>
          </a:p>
        </p:txBody>
      </p:sp>
    </p:spTree>
    <p:extLst>
      <p:ext uri="{BB962C8B-B14F-4D97-AF65-F5344CB8AC3E}">
        <p14:creationId xmlns:p14="http://schemas.microsoft.com/office/powerpoint/2010/main" val="1693700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3C271-D574-2D05-1AAE-128BD451663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1B4C952-B416-6BFD-9C54-ED84EB9EA68D}"/>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Raster styling</a:t>
            </a:r>
          </a:p>
        </p:txBody>
      </p:sp>
      <p:sp>
        <p:nvSpPr>
          <p:cNvPr id="5" name="Text Placeholder 3">
            <a:extLst>
              <a:ext uri="{FF2B5EF4-FFF2-40B4-BE49-F238E27FC236}">
                <a16:creationId xmlns:a16="http://schemas.microsoft.com/office/drawing/2014/main" id="{A35D2F6E-5FEB-7AE9-814A-61F488C60497}"/>
              </a:ext>
            </a:extLst>
          </p:cNvPr>
          <p:cNvSpPr txBox="1">
            <a:spLocks/>
          </p:cNvSpPr>
          <p:nvPr/>
        </p:nvSpPr>
        <p:spPr>
          <a:xfrm>
            <a:off x="7635" y="1351429"/>
            <a:ext cx="4619229"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Start with true </a:t>
            </a:r>
            <a:r>
              <a:rPr lang="en-GB" dirty="0" err="1"/>
              <a:t>color</a:t>
            </a:r>
            <a:r>
              <a:rPr lang="en-GB" dirty="0"/>
              <a:t> raster symbology/ </a:t>
            </a:r>
            <a:r>
              <a:rPr lang="en-GB" dirty="0" err="1"/>
              <a:t>abnd</a:t>
            </a:r>
            <a:r>
              <a:rPr lang="en-GB" dirty="0"/>
              <a:t> composite, to view objects on the image in R-G-B. At this point, we will not limit our work to the bounding box, but we will retain it. You may toggle it off by unchecking the box if you wish.</a:t>
            </a:r>
          </a:p>
          <a:p>
            <a:endParaRPr lang="en-GB" sz="1400" dirty="0"/>
          </a:p>
          <a:p>
            <a:pPr marL="342900" indent="-342900">
              <a:buFont typeface="+mj-lt"/>
              <a:buAutoNum type="arabicPeriod"/>
            </a:pPr>
            <a:r>
              <a:rPr lang="en-GB" dirty="0"/>
              <a:t>To access the symbology window, left-click on your layer in the </a:t>
            </a:r>
            <a:r>
              <a:rPr lang="en-GB" b="1" dirty="0"/>
              <a:t>Layers</a:t>
            </a:r>
            <a:r>
              <a:rPr lang="en-GB" dirty="0"/>
              <a:t> panel</a:t>
            </a:r>
          </a:p>
          <a:p>
            <a:pPr marL="342900" indent="-342900">
              <a:buFont typeface="+mj-lt"/>
              <a:buAutoNum type="arabicPeriod"/>
            </a:pPr>
            <a:r>
              <a:rPr lang="en-GB" dirty="0"/>
              <a:t>Right click on </a:t>
            </a:r>
            <a:r>
              <a:rPr lang="en-GB" b="1" dirty="0"/>
              <a:t>Properties…</a:t>
            </a:r>
            <a:endParaRPr lang="en-GB" sz="1400" b="1" dirty="0"/>
          </a:p>
        </p:txBody>
      </p:sp>
      <p:pic>
        <p:nvPicPr>
          <p:cNvPr id="7" name="Picture 6" descr="A screenshot of a computer&#10;&#10;AI-generated content may be incorrect.">
            <a:extLst>
              <a:ext uri="{FF2B5EF4-FFF2-40B4-BE49-F238E27FC236}">
                <a16:creationId xmlns:a16="http://schemas.microsoft.com/office/drawing/2014/main" id="{3625D22B-DE5F-EA41-9BF0-26402C29EC37}"/>
              </a:ext>
            </a:extLst>
          </p:cNvPr>
          <p:cNvPicPr>
            <a:picLocks noChangeAspect="1"/>
          </p:cNvPicPr>
          <p:nvPr/>
        </p:nvPicPr>
        <p:blipFill>
          <a:blip r:embed="rId2"/>
          <a:stretch>
            <a:fillRect/>
          </a:stretch>
        </p:blipFill>
        <p:spPr>
          <a:xfrm>
            <a:off x="5266944" y="939283"/>
            <a:ext cx="6925056" cy="5918718"/>
          </a:xfrm>
          <a:prstGeom prst="rect">
            <a:avLst/>
          </a:prstGeom>
        </p:spPr>
      </p:pic>
      <p:sp>
        <p:nvSpPr>
          <p:cNvPr id="10" name="TextBox 9">
            <a:extLst>
              <a:ext uri="{FF2B5EF4-FFF2-40B4-BE49-F238E27FC236}">
                <a16:creationId xmlns:a16="http://schemas.microsoft.com/office/drawing/2014/main" id="{74AD6112-5542-F7F2-B4AB-3C170A5BADF8}"/>
              </a:ext>
            </a:extLst>
          </p:cNvPr>
          <p:cNvSpPr txBox="1"/>
          <p:nvPr/>
        </p:nvSpPr>
        <p:spPr>
          <a:xfrm>
            <a:off x="7439366" y="4907054"/>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11" name="TextBox 10">
            <a:extLst>
              <a:ext uri="{FF2B5EF4-FFF2-40B4-BE49-F238E27FC236}">
                <a16:creationId xmlns:a16="http://schemas.microsoft.com/office/drawing/2014/main" id="{8CA4D5F1-E1DB-39E8-D3AA-4994BA381D79}"/>
              </a:ext>
            </a:extLst>
          </p:cNvPr>
          <p:cNvSpPr txBox="1"/>
          <p:nvPr/>
        </p:nvSpPr>
        <p:spPr>
          <a:xfrm>
            <a:off x="9093414" y="4465094"/>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Tree>
    <p:extLst>
      <p:ext uri="{BB962C8B-B14F-4D97-AF65-F5344CB8AC3E}">
        <p14:creationId xmlns:p14="http://schemas.microsoft.com/office/powerpoint/2010/main" val="2059160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86E17-757E-24B1-D1F3-E9DB6CB6950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D8FF4C6-DE9C-9587-9F7E-584C9D622ECD}"/>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True </a:t>
            </a:r>
            <a:r>
              <a:rPr lang="nl-BE" sz="2400" dirty="0" err="1"/>
              <a:t>color</a:t>
            </a:r>
            <a:r>
              <a:rPr lang="nl-BE" sz="2400" dirty="0"/>
              <a:t> image</a:t>
            </a:r>
          </a:p>
        </p:txBody>
      </p:sp>
      <p:sp>
        <p:nvSpPr>
          <p:cNvPr id="7" name="Text Placeholder 3">
            <a:extLst>
              <a:ext uri="{FF2B5EF4-FFF2-40B4-BE49-F238E27FC236}">
                <a16:creationId xmlns:a16="http://schemas.microsoft.com/office/drawing/2014/main" id="{FCB3DE74-02B8-5183-4B17-FFD4C5AC5E88}"/>
              </a:ext>
            </a:extLst>
          </p:cNvPr>
          <p:cNvSpPr txBox="1">
            <a:spLocks/>
          </p:cNvSpPr>
          <p:nvPr/>
        </p:nvSpPr>
        <p:spPr>
          <a:xfrm>
            <a:off x="280749" y="1244368"/>
            <a:ext cx="4381485"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pPr marL="342900" indent="-342900">
              <a:buAutoNum type="arabicPeriod"/>
            </a:pPr>
            <a:r>
              <a:rPr lang="en-GB" dirty="0"/>
              <a:t>On the left hand pane, click on Symbology</a:t>
            </a:r>
          </a:p>
          <a:p>
            <a:pPr marL="342900" indent="-342900">
              <a:buAutoNum type="arabicPeriod"/>
            </a:pPr>
            <a:r>
              <a:rPr lang="en-GB" dirty="0"/>
              <a:t>On </a:t>
            </a:r>
            <a:r>
              <a:rPr lang="en-GB" b="1" dirty="0"/>
              <a:t>Render type</a:t>
            </a:r>
            <a:r>
              <a:rPr lang="en-GB" dirty="0"/>
              <a:t>, stay on the default </a:t>
            </a:r>
            <a:r>
              <a:rPr lang="en-GB" b="1" dirty="0"/>
              <a:t>Multiband </a:t>
            </a:r>
            <a:r>
              <a:rPr lang="en-GB" b="1" dirty="0" err="1"/>
              <a:t>color</a:t>
            </a:r>
            <a:endParaRPr lang="en-GB" b="1" dirty="0"/>
          </a:p>
          <a:p>
            <a:pPr marL="342900" indent="-342900">
              <a:buAutoNum type="arabicPeriod"/>
            </a:pPr>
            <a:r>
              <a:rPr lang="en-GB" dirty="0"/>
              <a:t>With the </a:t>
            </a:r>
            <a:r>
              <a:rPr lang="en-GB" b="1" dirty="0"/>
              <a:t>drop-down arrow </a:t>
            </a:r>
            <a:r>
              <a:rPr lang="en-GB" dirty="0"/>
              <a:t>on Red band, Green band and Blue band, select the </a:t>
            </a:r>
            <a:r>
              <a:rPr lang="en-GB" b="1" dirty="0"/>
              <a:t>correct band </a:t>
            </a:r>
            <a:r>
              <a:rPr lang="en-GB" dirty="0"/>
              <a:t>from image </a:t>
            </a:r>
            <a:r>
              <a:rPr lang="en-GB" b="1" dirty="0"/>
              <a:t>4 </a:t>
            </a:r>
            <a:r>
              <a:rPr lang="en-GB" dirty="0"/>
              <a:t>successively.</a:t>
            </a:r>
          </a:p>
          <a:p>
            <a:pPr marL="342900" indent="-342900">
              <a:buAutoNum type="arabicPeriod"/>
            </a:pPr>
            <a:r>
              <a:rPr lang="en-GB" dirty="0"/>
              <a:t>This image shows the correct band number and name of a sentinel image.</a:t>
            </a:r>
          </a:p>
          <a:p>
            <a:pPr marL="342900" indent="-342900">
              <a:buAutoNum type="arabicPeriod"/>
            </a:pPr>
            <a:r>
              <a:rPr lang="en-GB" dirty="0"/>
              <a:t>Once this is in order, click on </a:t>
            </a:r>
            <a:r>
              <a:rPr lang="en-GB" b="1" dirty="0"/>
              <a:t>OK</a:t>
            </a:r>
            <a:r>
              <a:rPr lang="en-GB" dirty="0"/>
              <a:t> and view your image in the QGIS viewer.</a:t>
            </a:r>
          </a:p>
          <a:p>
            <a:pPr marL="342900" indent="-342900">
              <a:buAutoNum type="arabicPeriod"/>
            </a:pPr>
            <a:endParaRPr lang="en-GB" sz="1400" dirty="0"/>
          </a:p>
        </p:txBody>
      </p:sp>
      <p:grpSp>
        <p:nvGrpSpPr>
          <p:cNvPr id="15" name="Group 14">
            <a:extLst>
              <a:ext uri="{FF2B5EF4-FFF2-40B4-BE49-F238E27FC236}">
                <a16:creationId xmlns:a16="http://schemas.microsoft.com/office/drawing/2014/main" id="{09E2EA8F-92B8-B691-9679-9786B444FFF2}"/>
              </a:ext>
            </a:extLst>
          </p:cNvPr>
          <p:cNvGrpSpPr/>
          <p:nvPr/>
        </p:nvGrpSpPr>
        <p:grpSpPr>
          <a:xfrm>
            <a:off x="683459" y="812696"/>
            <a:ext cx="11409466" cy="5772114"/>
            <a:chOff x="683459" y="812696"/>
            <a:chExt cx="11409466" cy="5772114"/>
          </a:xfrm>
        </p:grpSpPr>
        <p:grpSp>
          <p:nvGrpSpPr>
            <p:cNvPr id="14" name="Group 13">
              <a:extLst>
                <a:ext uri="{FF2B5EF4-FFF2-40B4-BE49-F238E27FC236}">
                  <a16:creationId xmlns:a16="http://schemas.microsoft.com/office/drawing/2014/main" id="{E94C8E18-1E81-15DF-6CD1-85CA6D9E8AE7}"/>
                </a:ext>
              </a:extLst>
            </p:cNvPr>
            <p:cNvGrpSpPr/>
            <p:nvPr/>
          </p:nvGrpSpPr>
          <p:grpSpPr>
            <a:xfrm>
              <a:off x="683459" y="812696"/>
              <a:ext cx="11409466" cy="5772114"/>
              <a:chOff x="683459" y="812696"/>
              <a:chExt cx="11409466" cy="5772114"/>
            </a:xfrm>
          </p:grpSpPr>
          <p:pic>
            <p:nvPicPr>
              <p:cNvPr id="4" name="Picture 3" descr="A screenshot of a computer&#10;&#10;AI-generated content may be incorrect.">
                <a:extLst>
                  <a:ext uri="{FF2B5EF4-FFF2-40B4-BE49-F238E27FC236}">
                    <a16:creationId xmlns:a16="http://schemas.microsoft.com/office/drawing/2014/main" id="{3CB89E15-BE6E-31B0-E636-6257215C65EA}"/>
                  </a:ext>
                </a:extLst>
              </p:cNvPr>
              <p:cNvPicPr>
                <a:picLocks noChangeAspect="1"/>
              </p:cNvPicPr>
              <p:nvPr/>
            </p:nvPicPr>
            <p:blipFill>
              <a:blip r:embed="rId2"/>
              <a:stretch>
                <a:fillRect/>
              </a:stretch>
            </p:blipFill>
            <p:spPr>
              <a:xfrm>
                <a:off x="5130150" y="812696"/>
                <a:ext cx="6962775" cy="5772114"/>
              </a:xfrm>
              <a:prstGeom prst="rect">
                <a:avLst/>
              </a:prstGeom>
            </p:spPr>
          </p:pic>
          <p:pic>
            <p:nvPicPr>
              <p:cNvPr id="8" name="Picture 7" descr="A table with numbers and text&#10;&#10;AI-generated content may be incorrect.">
                <a:extLst>
                  <a:ext uri="{FF2B5EF4-FFF2-40B4-BE49-F238E27FC236}">
                    <a16:creationId xmlns:a16="http://schemas.microsoft.com/office/drawing/2014/main" id="{9E1E30A1-CBE6-415A-8A7A-474DAC2BAB0B}"/>
                  </a:ext>
                </a:extLst>
              </p:cNvPr>
              <p:cNvPicPr>
                <a:picLocks noChangeAspect="1"/>
              </p:cNvPicPr>
              <p:nvPr/>
            </p:nvPicPr>
            <p:blipFill>
              <a:blip r:embed="rId3"/>
              <a:srcRect t="14817" b="64000"/>
              <a:stretch/>
            </p:blipFill>
            <p:spPr>
              <a:xfrm>
                <a:off x="940323" y="5487184"/>
                <a:ext cx="5000625" cy="859536"/>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CC1306C5-EE66-96EA-98A2-D720645A0255}"/>
                  </a:ext>
                </a:extLst>
              </p:cNvPr>
              <p:cNvSpPr txBox="1"/>
              <p:nvPr/>
            </p:nvSpPr>
            <p:spPr>
              <a:xfrm>
                <a:off x="4825746" y="1706654"/>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10" name="TextBox 9">
                <a:extLst>
                  <a:ext uri="{FF2B5EF4-FFF2-40B4-BE49-F238E27FC236}">
                    <a16:creationId xmlns:a16="http://schemas.microsoft.com/office/drawing/2014/main" id="{F985467C-1B84-F6EC-05E5-F8A9CAF2B4EC}"/>
                  </a:ext>
                </a:extLst>
              </p:cNvPr>
              <p:cNvSpPr txBox="1"/>
              <p:nvPr/>
            </p:nvSpPr>
            <p:spPr>
              <a:xfrm>
                <a:off x="7133027" y="956846"/>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11" name="TextBox 10">
                <a:extLst>
                  <a:ext uri="{FF2B5EF4-FFF2-40B4-BE49-F238E27FC236}">
                    <a16:creationId xmlns:a16="http://schemas.microsoft.com/office/drawing/2014/main" id="{8149305F-682C-1ACB-7F2D-59D125594E6F}"/>
                  </a:ext>
                </a:extLst>
              </p:cNvPr>
              <p:cNvSpPr txBox="1"/>
              <p:nvPr/>
            </p:nvSpPr>
            <p:spPr>
              <a:xfrm>
                <a:off x="683459" y="5487184"/>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2" name="TextBox 11">
                <a:extLst>
                  <a:ext uri="{FF2B5EF4-FFF2-40B4-BE49-F238E27FC236}">
                    <a16:creationId xmlns:a16="http://schemas.microsoft.com/office/drawing/2014/main" id="{010E8B81-ED78-CB29-03D5-07BB8E0E0D41}"/>
                  </a:ext>
                </a:extLst>
              </p:cNvPr>
              <p:cNvSpPr txBox="1"/>
              <p:nvPr/>
            </p:nvSpPr>
            <p:spPr>
              <a:xfrm>
                <a:off x="9955475" y="6045304"/>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grpSp>
        <p:sp>
          <p:nvSpPr>
            <p:cNvPr id="13" name="TextBox 12">
              <a:extLst>
                <a:ext uri="{FF2B5EF4-FFF2-40B4-BE49-F238E27FC236}">
                  <a16:creationId xmlns:a16="http://schemas.microsoft.com/office/drawing/2014/main" id="{E284641C-3703-0AD3-E9ED-B8CF386E186A}"/>
                </a:ext>
              </a:extLst>
            </p:cNvPr>
            <p:cNvSpPr txBox="1"/>
            <p:nvPr/>
          </p:nvSpPr>
          <p:spPr>
            <a:xfrm>
              <a:off x="11391083" y="1891171"/>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grpSp>
    </p:spTree>
    <p:extLst>
      <p:ext uri="{BB962C8B-B14F-4D97-AF65-F5344CB8AC3E}">
        <p14:creationId xmlns:p14="http://schemas.microsoft.com/office/powerpoint/2010/main" val="2723002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B061-F829-75DE-076D-FAB873214170}"/>
            </a:ext>
          </a:extLst>
        </p:cNvPr>
        <p:cNvGrpSpPr/>
        <p:nvPr/>
      </p:nvGrpSpPr>
      <p:grpSpPr>
        <a:xfrm>
          <a:off x="0" y="0"/>
          <a:ext cx="0" cy="0"/>
          <a:chOff x="0" y="0"/>
          <a:chExt cx="0" cy="0"/>
        </a:xfrm>
      </p:grpSpPr>
      <p:pic>
        <p:nvPicPr>
          <p:cNvPr id="5" name="Picture 4" descr="A table with numbers and text&#10;&#10;AI-generated content may be incorrect.">
            <a:extLst>
              <a:ext uri="{FF2B5EF4-FFF2-40B4-BE49-F238E27FC236}">
                <a16:creationId xmlns:a16="http://schemas.microsoft.com/office/drawing/2014/main" id="{15E7D6FB-CA69-2EA1-E953-99CCF52D91FE}"/>
              </a:ext>
            </a:extLst>
          </p:cNvPr>
          <p:cNvPicPr>
            <a:picLocks noChangeAspect="1"/>
          </p:cNvPicPr>
          <p:nvPr/>
        </p:nvPicPr>
        <p:blipFill>
          <a:blip r:embed="rId2"/>
          <a:stretch>
            <a:fillRect/>
          </a:stretch>
        </p:blipFill>
        <p:spPr>
          <a:xfrm>
            <a:off x="7191375" y="1474470"/>
            <a:ext cx="5000625" cy="4057650"/>
          </a:xfrm>
          <a:prstGeom prst="rect">
            <a:avLst/>
          </a:prstGeom>
        </p:spPr>
      </p:pic>
      <p:sp>
        <p:nvSpPr>
          <p:cNvPr id="6" name="Title 1">
            <a:extLst>
              <a:ext uri="{FF2B5EF4-FFF2-40B4-BE49-F238E27FC236}">
                <a16:creationId xmlns:a16="http://schemas.microsoft.com/office/drawing/2014/main" id="{61EC8F46-D937-77AF-7F99-2D4F7C38948B}"/>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Band </a:t>
            </a:r>
            <a:r>
              <a:rPr lang="nl-BE" sz="2400" dirty="0" err="1"/>
              <a:t>composites</a:t>
            </a:r>
            <a:endParaRPr lang="nl-BE" sz="2400" dirty="0"/>
          </a:p>
        </p:txBody>
      </p:sp>
      <p:sp>
        <p:nvSpPr>
          <p:cNvPr id="7" name="Text Placeholder 3">
            <a:extLst>
              <a:ext uri="{FF2B5EF4-FFF2-40B4-BE49-F238E27FC236}">
                <a16:creationId xmlns:a16="http://schemas.microsoft.com/office/drawing/2014/main" id="{1F2130F6-54A8-C620-E25B-4C85047C2C79}"/>
              </a:ext>
            </a:extLst>
          </p:cNvPr>
          <p:cNvSpPr txBox="1">
            <a:spLocks/>
          </p:cNvSpPr>
          <p:nvPr/>
        </p:nvSpPr>
        <p:spPr>
          <a:xfrm>
            <a:off x="280749" y="1244368"/>
            <a:ext cx="6760131" cy="544904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 use band combinations to better understand the features in imagery. The way we do this is by </a:t>
            </a:r>
            <a:r>
              <a:rPr lang="en-US" b="1" dirty="0"/>
              <a:t>rearranging the available channels</a:t>
            </a:r>
            <a:r>
              <a:rPr lang="en-US" dirty="0"/>
              <a:t> in creative ways.</a:t>
            </a:r>
          </a:p>
          <a:p>
            <a:r>
              <a:rPr lang="en-US" dirty="0"/>
              <a:t>By using band combinations, we can extract specific information from an image. For example, there are </a:t>
            </a:r>
            <a:r>
              <a:rPr lang="en-US" b="1" dirty="0"/>
              <a:t>band combinations</a:t>
            </a:r>
            <a:r>
              <a:rPr lang="en-US" dirty="0"/>
              <a:t> that highlight geologic, agricultural, or vegetation features in an image.</a:t>
            </a:r>
          </a:p>
          <a:p>
            <a:r>
              <a:rPr lang="en-US" dirty="0"/>
              <a:t>Exercise: Test out the following band compositions</a:t>
            </a:r>
          </a:p>
          <a:p>
            <a:pPr marL="342900" indent="-342900">
              <a:buFont typeface="Arial" panose="020B0604020202020204" pitchFamily="34" charset="0"/>
              <a:buAutoNum type="arabicPeriod"/>
            </a:pPr>
            <a:r>
              <a:rPr lang="en-US" b="1" dirty="0"/>
              <a:t>Color Infrared (B8, B4, B3)</a:t>
            </a:r>
          </a:p>
          <a:p>
            <a:pPr lvl="1"/>
            <a:r>
              <a:rPr lang="en-US" sz="1200" dirty="0"/>
              <a:t>The color infrared band combination is meant to emphasize healthy and unhealthy vegetation</a:t>
            </a:r>
            <a:endParaRPr lang="en-US" sz="1200" b="1" dirty="0"/>
          </a:p>
          <a:p>
            <a:pPr marL="342900" indent="-342900">
              <a:buFont typeface="Arial" panose="020B0604020202020204" pitchFamily="34" charset="0"/>
              <a:buAutoNum type="arabicPeriod"/>
            </a:pPr>
            <a:r>
              <a:rPr lang="en-US" b="1" dirty="0"/>
              <a:t>Short-Wave Infrared (B12, B8A, B4)</a:t>
            </a:r>
          </a:p>
          <a:p>
            <a:pPr lvl="1"/>
            <a:r>
              <a:rPr lang="en-US" sz="1200" dirty="0"/>
              <a:t>This composite shows vegetation in various shades of green. In general, darker shades of green indicate denser vegetation. But brown is indicative of bare soil and built-up areas.</a:t>
            </a:r>
            <a:endParaRPr lang="en-US" sz="1200" b="1" dirty="0"/>
          </a:p>
          <a:p>
            <a:pPr marL="342900" indent="-342900">
              <a:buFont typeface="Arial" panose="020B0604020202020204" pitchFamily="34" charset="0"/>
              <a:buAutoNum type="arabicPeriod"/>
            </a:pPr>
            <a:r>
              <a:rPr lang="en-GB" b="1" dirty="0"/>
              <a:t>Agriculture (B11, B8, B2)</a:t>
            </a:r>
          </a:p>
          <a:p>
            <a:pPr lvl="1"/>
            <a:r>
              <a:rPr lang="en-US" sz="1200" dirty="0"/>
              <a:t>The agriculture band combination uses SWIR-1 (B11), near-infrared (B8), and blue (B2). It’s mostly used to monitor the health of crops.</a:t>
            </a:r>
            <a:endParaRPr lang="en-GB" sz="1200" b="1" dirty="0"/>
          </a:p>
          <a:p>
            <a:pPr marL="342900" indent="-342900">
              <a:buFont typeface="Arial" panose="020B0604020202020204" pitchFamily="34" charset="0"/>
              <a:buAutoNum type="arabicPeriod"/>
            </a:pPr>
            <a:r>
              <a:rPr lang="en-GB" b="1" dirty="0"/>
              <a:t>Geology (B12, B11, B2)</a:t>
            </a:r>
          </a:p>
          <a:p>
            <a:pPr lvl="1"/>
            <a:r>
              <a:rPr lang="en-US" sz="1200" dirty="0"/>
              <a:t>The geology band combination is a neat application for finding geological features using the SWIR-2 (B12), SWIR-1 (B11), and blue (B2) bands. This includes faults, lithology, and geological formations.</a:t>
            </a:r>
            <a:endParaRPr lang="en-GB" sz="1200" dirty="0"/>
          </a:p>
        </p:txBody>
      </p:sp>
    </p:spTree>
    <p:extLst>
      <p:ext uri="{BB962C8B-B14F-4D97-AF65-F5344CB8AC3E}">
        <p14:creationId xmlns:p14="http://schemas.microsoft.com/office/powerpoint/2010/main" val="976322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236F3-D4E8-F66C-44F9-9631303E9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BDB74-EEE6-F351-DBBA-D9A947955759}"/>
              </a:ext>
            </a:extLst>
          </p:cNvPr>
          <p:cNvSpPr>
            <a:spLocks noGrp="1"/>
          </p:cNvSpPr>
          <p:nvPr>
            <p:ph type="title"/>
          </p:nvPr>
        </p:nvSpPr>
        <p:spPr>
          <a:xfrm>
            <a:off x="1375236" y="2802024"/>
            <a:ext cx="9268380" cy="1395072"/>
          </a:xfrm>
        </p:spPr>
        <p:txBody>
          <a:bodyPr>
            <a:normAutofit/>
          </a:bodyPr>
          <a:lstStyle/>
          <a:p>
            <a:pPr algn="ctr"/>
            <a:r>
              <a:rPr lang="nl-BE" dirty="0"/>
              <a:t>Image </a:t>
            </a:r>
            <a:r>
              <a:rPr lang="nl-BE" dirty="0" err="1"/>
              <a:t>classification</a:t>
            </a:r>
            <a:endParaRPr lang="en-BE" dirty="0"/>
          </a:p>
        </p:txBody>
      </p:sp>
    </p:spTree>
    <p:extLst>
      <p:ext uri="{BB962C8B-B14F-4D97-AF65-F5344CB8AC3E}">
        <p14:creationId xmlns:p14="http://schemas.microsoft.com/office/powerpoint/2010/main" val="3621299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E77B-2959-611C-39F2-2CBEFAA4DDF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637DEC4-0A2F-AA52-C916-8A89C22741E1}"/>
              </a:ext>
            </a:extLst>
          </p:cNvPr>
          <p:cNvSpPr txBox="1">
            <a:spLocks/>
          </p:cNvSpPr>
          <p:nvPr/>
        </p:nvSpPr>
        <p:spPr>
          <a:xfrm>
            <a:off x="421640" y="702968"/>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Clip raster</a:t>
            </a:r>
          </a:p>
        </p:txBody>
      </p:sp>
      <p:sp>
        <p:nvSpPr>
          <p:cNvPr id="5" name="Text Placeholder 3">
            <a:extLst>
              <a:ext uri="{FF2B5EF4-FFF2-40B4-BE49-F238E27FC236}">
                <a16:creationId xmlns:a16="http://schemas.microsoft.com/office/drawing/2014/main" id="{43C2CBEB-DD05-5D53-9CC0-9F908F8EB1D3}"/>
              </a:ext>
            </a:extLst>
          </p:cNvPr>
          <p:cNvSpPr txBox="1">
            <a:spLocks/>
          </p:cNvSpPr>
          <p:nvPr/>
        </p:nvSpPr>
        <p:spPr>
          <a:xfrm>
            <a:off x="118873" y="1244368"/>
            <a:ext cx="3584447"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Under </a:t>
            </a:r>
            <a:r>
              <a:rPr lang="en-GB" b="1" dirty="0"/>
              <a:t>Raster</a:t>
            </a:r>
            <a:r>
              <a:rPr lang="en-GB" dirty="0"/>
              <a:t>, select </a:t>
            </a:r>
            <a:r>
              <a:rPr lang="en-GB" b="1" dirty="0"/>
              <a:t>Extraction</a:t>
            </a:r>
          </a:p>
          <a:p>
            <a:pPr marL="342900" indent="-342900">
              <a:buFont typeface="+mj-lt"/>
              <a:buAutoNum type="arabicPeriod"/>
            </a:pPr>
            <a:r>
              <a:rPr lang="en-GB" dirty="0"/>
              <a:t>Click on </a:t>
            </a:r>
            <a:r>
              <a:rPr lang="en-GB" b="1" dirty="0"/>
              <a:t>Clip Raster by Mask Layer…</a:t>
            </a:r>
          </a:p>
          <a:p>
            <a:pPr marL="342900" indent="-342900">
              <a:buFont typeface="+mj-lt"/>
              <a:buAutoNum type="arabicPeriod"/>
            </a:pPr>
            <a:r>
              <a:rPr lang="en-GB" dirty="0"/>
              <a:t>On the drop-down arrow, select </a:t>
            </a:r>
            <a:r>
              <a:rPr lang="en-GB" b="1" dirty="0"/>
              <a:t>Input layer</a:t>
            </a:r>
            <a:r>
              <a:rPr lang="en-GB" dirty="0"/>
              <a:t>(image) </a:t>
            </a:r>
            <a:r>
              <a:rPr lang="en-GB" b="1" dirty="0"/>
              <a:t>and Mask layer</a:t>
            </a:r>
            <a:r>
              <a:rPr lang="en-GB" dirty="0"/>
              <a:t>(</a:t>
            </a:r>
            <a:r>
              <a:rPr lang="en-GB" dirty="0" err="1"/>
              <a:t>aoi_bounds</a:t>
            </a:r>
            <a:r>
              <a:rPr lang="en-GB" dirty="0"/>
              <a:t>)</a:t>
            </a:r>
          </a:p>
          <a:p>
            <a:pPr marL="342900" indent="-342900">
              <a:buAutoNum type="arabicPeriod"/>
            </a:pPr>
            <a:r>
              <a:rPr lang="en-GB" dirty="0"/>
              <a:t>On </a:t>
            </a:r>
            <a:r>
              <a:rPr lang="en-GB" b="1" dirty="0"/>
              <a:t>Target CRS </a:t>
            </a:r>
            <a:r>
              <a:rPr lang="en-GB" dirty="0"/>
              <a:t>select the Project CRS option</a:t>
            </a:r>
          </a:p>
          <a:p>
            <a:pPr marL="342900" indent="-342900">
              <a:buAutoNum type="arabicPeriod"/>
            </a:pPr>
            <a:r>
              <a:rPr lang="en-GB" sz="1400" dirty="0"/>
              <a:t>Check the box </a:t>
            </a:r>
            <a:r>
              <a:rPr lang="en-GB" sz="1400" b="1" dirty="0"/>
              <a:t>Match the extent of the clipped raster….</a:t>
            </a:r>
          </a:p>
          <a:p>
            <a:pPr marL="342900" indent="-342900">
              <a:buAutoNum type="arabicPeriod"/>
            </a:pPr>
            <a:r>
              <a:rPr lang="en-GB" dirty="0"/>
              <a:t>Save your file on the </a:t>
            </a:r>
            <a:r>
              <a:rPr lang="en-GB" b="1" dirty="0"/>
              <a:t>Clipped(mask) </a:t>
            </a:r>
            <a:r>
              <a:rPr lang="en-GB" dirty="0"/>
              <a:t>by clicking on the </a:t>
            </a:r>
            <a:r>
              <a:rPr lang="en-GB" b="1" dirty="0"/>
              <a:t>… </a:t>
            </a:r>
            <a:r>
              <a:rPr lang="en-GB" dirty="0"/>
              <a:t>box. Save it in your data folder.</a:t>
            </a:r>
          </a:p>
          <a:p>
            <a:pPr marL="342900" indent="-342900">
              <a:buAutoNum type="arabicPeriod"/>
            </a:pPr>
            <a:r>
              <a:rPr lang="en-GB" sz="1400" b="1" dirty="0"/>
              <a:t>Run</a:t>
            </a:r>
            <a:r>
              <a:rPr lang="en-GB" sz="1400" dirty="0"/>
              <a:t> the process</a:t>
            </a:r>
          </a:p>
        </p:txBody>
      </p:sp>
      <p:grpSp>
        <p:nvGrpSpPr>
          <p:cNvPr id="21" name="Group 20">
            <a:extLst>
              <a:ext uri="{FF2B5EF4-FFF2-40B4-BE49-F238E27FC236}">
                <a16:creationId xmlns:a16="http://schemas.microsoft.com/office/drawing/2014/main" id="{999AE793-1ACD-D01E-08C4-A43DC0494EAE}"/>
              </a:ext>
            </a:extLst>
          </p:cNvPr>
          <p:cNvGrpSpPr/>
          <p:nvPr/>
        </p:nvGrpSpPr>
        <p:grpSpPr>
          <a:xfrm>
            <a:off x="3703320" y="737498"/>
            <a:ext cx="8488680" cy="6042979"/>
            <a:chOff x="3703320" y="737498"/>
            <a:chExt cx="8488680" cy="6042979"/>
          </a:xfrm>
        </p:grpSpPr>
        <p:pic>
          <p:nvPicPr>
            <p:cNvPr id="3" name="Picture 2" descr="A screenshot of a computer&#10;&#10;AI-generated content may be incorrect.">
              <a:extLst>
                <a:ext uri="{FF2B5EF4-FFF2-40B4-BE49-F238E27FC236}">
                  <a16:creationId xmlns:a16="http://schemas.microsoft.com/office/drawing/2014/main" id="{C0E49CA6-4348-2E01-7E9A-4103F1FF1091}"/>
                </a:ext>
              </a:extLst>
            </p:cNvPr>
            <p:cNvPicPr>
              <a:picLocks noChangeAspect="1"/>
            </p:cNvPicPr>
            <p:nvPr/>
          </p:nvPicPr>
          <p:blipFill>
            <a:blip r:embed="rId2"/>
            <a:stretch>
              <a:fillRect/>
            </a:stretch>
          </p:blipFill>
          <p:spPr>
            <a:xfrm>
              <a:off x="3703320" y="737498"/>
              <a:ext cx="8488680" cy="5751326"/>
            </a:xfrm>
            <a:prstGeom prst="rect">
              <a:avLst/>
            </a:prstGeom>
          </p:spPr>
        </p:pic>
        <p:grpSp>
          <p:nvGrpSpPr>
            <p:cNvPr id="20" name="Group 19">
              <a:extLst>
                <a:ext uri="{FF2B5EF4-FFF2-40B4-BE49-F238E27FC236}">
                  <a16:creationId xmlns:a16="http://schemas.microsoft.com/office/drawing/2014/main" id="{88ECE0FF-6F0E-B9EF-CBB3-61252907C1E3}"/>
                </a:ext>
              </a:extLst>
            </p:cNvPr>
            <p:cNvGrpSpPr/>
            <p:nvPr/>
          </p:nvGrpSpPr>
          <p:grpSpPr>
            <a:xfrm>
              <a:off x="3703320" y="758691"/>
              <a:ext cx="7195895" cy="6021786"/>
              <a:chOff x="3703320" y="758691"/>
              <a:chExt cx="7195895" cy="6021786"/>
            </a:xfrm>
          </p:grpSpPr>
          <p:sp>
            <p:nvSpPr>
              <p:cNvPr id="6" name="TextBox 5">
                <a:extLst>
                  <a:ext uri="{FF2B5EF4-FFF2-40B4-BE49-F238E27FC236}">
                    <a16:creationId xmlns:a16="http://schemas.microsoft.com/office/drawing/2014/main" id="{E08BEB26-A201-0C78-C6EF-5650DFB788AD}"/>
                  </a:ext>
                </a:extLst>
              </p:cNvPr>
              <p:cNvSpPr txBox="1"/>
              <p:nvPr/>
            </p:nvSpPr>
            <p:spPr>
              <a:xfrm>
                <a:off x="5273802" y="758691"/>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7" name="TextBox 6">
                <a:extLst>
                  <a:ext uri="{FF2B5EF4-FFF2-40B4-BE49-F238E27FC236}">
                    <a16:creationId xmlns:a16="http://schemas.microsoft.com/office/drawing/2014/main" id="{A48983E0-0728-4769-64BF-5CCC5210F4B4}"/>
                  </a:ext>
                </a:extLst>
              </p:cNvPr>
              <p:cNvSpPr txBox="1"/>
              <p:nvPr/>
            </p:nvSpPr>
            <p:spPr>
              <a:xfrm>
                <a:off x="8165895" y="1615214"/>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pic>
            <p:nvPicPr>
              <p:cNvPr id="10" name="Picture 9" descr="A screenshot of a computer&#10;&#10;AI-generated content may be incorrect.">
                <a:extLst>
                  <a:ext uri="{FF2B5EF4-FFF2-40B4-BE49-F238E27FC236}">
                    <a16:creationId xmlns:a16="http://schemas.microsoft.com/office/drawing/2014/main" id="{ED599174-8A17-94BB-DFF5-9C749B8B989D}"/>
                  </a:ext>
                </a:extLst>
              </p:cNvPr>
              <p:cNvPicPr>
                <a:picLocks noChangeAspect="1"/>
              </p:cNvPicPr>
              <p:nvPr/>
            </p:nvPicPr>
            <p:blipFill>
              <a:blip r:embed="rId3"/>
              <a:stretch>
                <a:fillRect/>
              </a:stretch>
            </p:blipFill>
            <p:spPr>
              <a:xfrm>
                <a:off x="5955018" y="2245421"/>
                <a:ext cx="4944197" cy="2759551"/>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461E1771-07F8-F67C-F414-753CA93BECCB}"/>
                  </a:ext>
                </a:extLst>
              </p:cNvPr>
              <p:cNvPicPr>
                <a:picLocks noChangeAspect="1"/>
              </p:cNvPicPr>
              <p:nvPr/>
            </p:nvPicPr>
            <p:blipFill>
              <a:blip r:embed="rId4"/>
              <a:stretch>
                <a:fillRect/>
              </a:stretch>
            </p:blipFill>
            <p:spPr>
              <a:xfrm>
                <a:off x="3703320" y="5121198"/>
                <a:ext cx="6283851" cy="1659279"/>
              </a:xfrm>
              <a:prstGeom prst="rect">
                <a:avLst/>
              </a:prstGeom>
            </p:spPr>
          </p:pic>
          <p:sp>
            <p:nvSpPr>
              <p:cNvPr id="13" name="TextBox 12">
                <a:extLst>
                  <a:ext uri="{FF2B5EF4-FFF2-40B4-BE49-F238E27FC236}">
                    <a16:creationId xmlns:a16="http://schemas.microsoft.com/office/drawing/2014/main" id="{8B99D912-EF74-A878-07F1-820011307749}"/>
                  </a:ext>
                </a:extLst>
              </p:cNvPr>
              <p:cNvSpPr txBox="1"/>
              <p:nvPr/>
            </p:nvSpPr>
            <p:spPr>
              <a:xfrm>
                <a:off x="10128807" y="2727734"/>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4" name="TextBox 13">
                <a:extLst>
                  <a:ext uri="{FF2B5EF4-FFF2-40B4-BE49-F238E27FC236}">
                    <a16:creationId xmlns:a16="http://schemas.microsoft.com/office/drawing/2014/main" id="{B46C028A-BAE9-EDD6-2765-AA20302DBAE3}"/>
                  </a:ext>
                </a:extLst>
              </p:cNvPr>
              <p:cNvSpPr txBox="1"/>
              <p:nvPr/>
            </p:nvSpPr>
            <p:spPr>
              <a:xfrm>
                <a:off x="10476279" y="3613161"/>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5" name="TextBox 14">
                <a:extLst>
                  <a:ext uri="{FF2B5EF4-FFF2-40B4-BE49-F238E27FC236}">
                    <a16:creationId xmlns:a16="http://schemas.microsoft.com/office/drawing/2014/main" id="{9D1C7ECF-1789-0103-DD34-40C5C39E229C}"/>
                  </a:ext>
                </a:extLst>
              </p:cNvPr>
              <p:cNvSpPr txBox="1"/>
              <p:nvPr/>
            </p:nvSpPr>
            <p:spPr>
              <a:xfrm>
                <a:off x="8253381" y="4490991"/>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16" name="TextBox 15">
                <a:extLst>
                  <a:ext uri="{FF2B5EF4-FFF2-40B4-BE49-F238E27FC236}">
                    <a16:creationId xmlns:a16="http://schemas.microsoft.com/office/drawing/2014/main" id="{4B52B11D-AA4B-0E75-F6A0-D403C27C89B6}"/>
                  </a:ext>
                </a:extLst>
              </p:cNvPr>
              <p:cNvSpPr txBox="1"/>
              <p:nvPr/>
            </p:nvSpPr>
            <p:spPr>
              <a:xfrm>
                <a:off x="9114126" y="5150879"/>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
            <p:nvSpPr>
              <p:cNvPr id="17" name="TextBox 16">
                <a:extLst>
                  <a:ext uri="{FF2B5EF4-FFF2-40B4-BE49-F238E27FC236}">
                    <a16:creationId xmlns:a16="http://schemas.microsoft.com/office/drawing/2014/main" id="{2A80826D-C43D-1621-AA71-E45716FF9E25}"/>
                  </a:ext>
                </a:extLst>
              </p:cNvPr>
              <p:cNvSpPr txBox="1"/>
              <p:nvPr/>
            </p:nvSpPr>
            <p:spPr>
              <a:xfrm>
                <a:off x="7303614" y="6377660"/>
                <a:ext cx="347472" cy="338554"/>
              </a:xfrm>
              <a:prstGeom prst="rect">
                <a:avLst/>
              </a:prstGeom>
              <a:solidFill>
                <a:schemeClr val="accent1"/>
              </a:solidFill>
            </p:spPr>
            <p:txBody>
              <a:bodyPr wrap="square" rtlCol="0">
                <a:spAutoFit/>
              </a:bodyPr>
              <a:lstStyle/>
              <a:p>
                <a:r>
                  <a:rPr lang="nl-BE" sz="1600" b="1" dirty="0"/>
                  <a:t>7</a:t>
                </a:r>
                <a:endParaRPr lang="en-GB" sz="1600" b="1" dirty="0"/>
              </a:p>
            </p:txBody>
          </p:sp>
          <p:cxnSp>
            <p:nvCxnSpPr>
              <p:cNvPr id="19" name="Straight Arrow Connector 18">
                <a:extLst>
                  <a:ext uri="{FF2B5EF4-FFF2-40B4-BE49-F238E27FC236}">
                    <a16:creationId xmlns:a16="http://schemas.microsoft.com/office/drawing/2014/main" id="{2ABCF727-F101-1F81-FA29-2792BDEDEF1D}"/>
                  </a:ext>
                </a:extLst>
              </p:cNvPr>
              <p:cNvCxnSpPr/>
              <p:nvPr/>
            </p:nvCxnSpPr>
            <p:spPr>
              <a:xfrm flipH="1">
                <a:off x="8915400" y="5376672"/>
                <a:ext cx="1987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896582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67E9B-3B0D-1637-B5BC-942CF23F6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C8690-B119-D3DA-397F-A6C404781F84}"/>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Load training data</a:t>
            </a:r>
          </a:p>
        </p:txBody>
      </p:sp>
      <p:sp>
        <p:nvSpPr>
          <p:cNvPr id="3" name="Text Placeholder 3">
            <a:extLst>
              <a:ext uri="{FF2B5EF4-FFF2-40B4-BE49-F238E27FC236}">
                <a16:creationId xmlns:a16="http://schemas.microsoft.com/office/drawing/2014/main" id="{4C6AD507-538B-401D-6696-1EA91F18DE77}"/>
              </a:ext>
            </a:extLst>
          </p:cNvPr>
          <p:cNvSpPr txBox="1">
            <a:spLocks/>
          </p:cNvSpPr>
          <p:nvPr/>
        </p:nvSpPr>
        <p:spPr>
          <a:xfrm>
            <a:off x="280749" y="1244368"/>
            <a:ext cx="4142297"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Load the training polygons to your QGIS project</a:t>
            </a:r>
          </a:p>
          <a:p>
            <a:pPr marL="342900" indent="-342900">
              <a:buAutoNum type="arabicPeriod"/>
            </a:pPr>
            <a:r>
              <a:rPr lang="en-GB" dirty="0"/>
              <a:t>On </a:t>
            </a:r>
            <a:r>
              <a:rPr lang="en-GB" b="1" dirty="0"/>
              <a:t>Browser</a:t>
            </a:r>
            <a:r>
              <a:rPr lang="en-GB" dirty="0"/>
              <a:t>, navigate to your Project folder, and find the data folder provided to you.</a:t>
            </a:r>
          </a:p>
          <a:p>
            <a:pPr marL="342900" indent="-342900">
              <a:buAutoNum type="arabicPeriod"/>
            </a:pPr>
            <a:r>
              <a:rPr lang="en-GB" dirty="0"/>
              <a:t>Click to open the </a:t>
            </a:r>
            <a:r>
              <a:rPr lang="en-GB" b="1" dirty="0" err="1"/>
              <a:t>training_data</a:t>
            </a:r>
            <a:r>
              <a:rPr lang="en-GB" b="1" dirty="0"/>
              <a:t> </a:t>
            </a:r>
            <a:r>
              <a:rPr lang="en-GB" dirty="0"/>
              <a:t>folder</a:t>
            </a:r>
          </a:p>
          <a:p>
            <a:pPr marL="342900" indent="-342900">
              <a:buAutoNum type="arabicPeriod"/>
            </a:pPr>
            <a:r>
              <a:rPr lang="en-GB" dirty="0"/>
              <a:t>Right click on </a:t>
            </a:r>
            <a:r>
              <a:rPr lang="en-GB" b="1" dirty="0" err="1"/>
              <a:t>training.shp</a:t>
            </a:r>
            <a:r>
              <a:rPr lang="en-GB" dirty="0"/>
              <a:t>, and </a:t>
            </a:r>
            <a:r>
              <a:rPr lang="en-GB" b="1" dirty="0"/>
              <a:t>Add layer to Project</a:t>
            </a:r>
          </a:p>
          <a:p>
            <a:pPr marL="342900" indent="-342900">
              <a:buAutoNum type="arabicPeriod"/>
            </a:pPr>
            <a:r>
              <a:rPr lang="en-GB" sz="1400" dirty="0"/>
              <a:t>Make sure it is above your clipped area of interest image in the </a:t>
            </a:r>
            <a:r>
              <a:rPr lang="en-GB" sz="1400" b="1" dirty="0"/>
              <a:t>Layers</a:t>
            </a:r>
            <a:r>
              <a:rPr lang="en-GB" sz="1400" dirty="0"/>
              <a:t> panel.</a:t>
            </a:r>
          </a:p>
          <a:p>
            <a:pPr marL="342900" indent="-342900">
              <a:buAutoNum type="arabicPeriod"/>
            </a:pPr>
            <a:r>
              <a:rPr lang="en-GB" b="1" dirty="0"/>
              <a:t>ALTERNATIVELY</a:t>
            </a:r>
            <a:r>
              <a:rPr lang="en-GB" dirty="0"/>
              <a:t>, you can add the layer as previously done in the add raster exercise. Using the same process, add your vector layer.</a:t>
            </a:r>
          </a:p>
          <a:p>
            <a:endParaRPr lang="en-GB" sz="1400" dirty="0"/>
          </a:p>
        </p:txBody>
      </p:sp>
      <p:grpSp>
        <p:nvGrpSpPr>
          <p:cNvPr id="11" name="Group 10">
            <a:extLst>
              <a:ext uri="{FF2B5EF4-FFF2-40B4-BE49-F238E27FC236}">
                <a16:creationId xmlns:a16="http://schemas.microsoft.com/office/drawing/2014/main" id="{3CF594E0-D938-7AEA-A7E8-104C1FB8BC28}"/>
              </a:ext>
            </a:extLst>
          </p:cNvPr>
          <p:cNvGrpSpPr/>
          <p:nvPr/>
        </p:nvGrpSpPr>
        <p:grpSpPr>
          <a:xfrm>
            <a:off x="4535424" y="1075091"/>
            <a:ext cx="7674505" cy="5749021"/>
            <a:chOff x="4535424" y="1075091"/>
            <a:chExt cx="7674505" cy="5749021"/>
          </a:xfrm>
        </p:grpSpPr>
        <p:pic>
          <p:nvPicPr>
            <p:cNvPr id="5" name="Picture 4" descr="A screenshot of a computer&#10;&#10;AI-generated content may be incorrect.">
              <a:extLst>
                <a:ext uri="{FF2B5EF4-FFF2-40B4-BE49-F238E27FC236}">
                  <a16:creationId xmlns:a16="http://schemas.microsoft.com/office/drawing/2014/main" id="{173AA722-8EB5-4752-047D-06A6CE45AAB6}"/>
                </a:ext>
              </a:extLst>
            </p:cNvPr>
            <p:cNvPicPr>
              <a:picLocks noChangeAspect="1"/>
            </p:cNvPicPr>
            <p:nvPr/>
          </p:nvPicPr>
          <p:blipFill>
            <a:blip r:embed="rId2"/>
            <a:stretch>
              <a:fillRect/>
            </a:stretch>
          </p:blipFill>
          <p:spPr>
            <a:xfrm>
              <a:off x="4535424" y="1186170"/>
              <a:ext cx="7674505" cy="563794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349679BC-CB66-8C4E-ACB5-C1958B1D8024}"/>
                </a:ext>
              </a:extLst>
            </p:cNvPr>
            <p:cNvSpPr txBox="1"/>
            <p:nvPr/>
          </p:nvSpPr>
          <p:spPr>
            <a:xfrm>
              <a:off x="4915622" y="2285739"/>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7" name="TextBox 6">
              <a:extLst>
                <a:ext uri="{FF2B5EF4-FFF2-40B4-BE49-F238E27FC236}">
                  <a16:creationId xmlns:a16="http://schemas.microsoft.com/office/drawing/2014/main" id="{A9964208-7921-8D8E-3E08-E1FE6268B52D}"/>
                </a:ext>
              </a:extLst>
            </p:cNvPr>
            <p:cNvSpPr txBox="1"/>
            <p:nvPr/>
          </p:nvSpPr>
          <p:spPr>
            <a:xfrm>
              <a:off x="4535424" y="3629824"/>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8" name="TextBox 7">
              <a:extLst>
                <a:ext uri="{FF2B5EF4-FFF2-40B4-BE49-F238E27FC236}">
                  <a16:creationId xmlns:a16="http://schemas.microsoft.com/office/drawing/2014/main" id="{BBDBDC28-810F-7DA1-CC2C-B884DCAA4F87}"/>
                </a:ext>
              </a:extLst>
            </p:cNvPr>
            <p:cNvSpPr txBox="1"/>
            <p:nvPr/>
          </p:nvSpPr>
          <p:spPr>
            <a:xfrm>
              <a:off x="6866755" y="4077963"/>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9" name="TextBox 8">
              <a:extLst>
                <a:ext uri="{FF2B5EF4-FFF2-40B4-BE49-F238E27FC236}">
                  <a16:creationId xmlns:a16="http://schemas.microsoft.com/office/drawing/2014/main" id="{251204E2-DFB5-2EAB-699C-67ACEFDF3453}"/>
                </a:ext>
              </a:extLst>
            </p:cNvPr>
            <p:cNvSpPr txBox="1"/>
            <p:nvPr/>
          </p:nvSpPr>
          <p:spPr>
            <a:xfrm>
              <a:off x="5417022" y="1075091"/>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10" name="TextBox 9">
              <a:extLst>
                <a:ext uri="{FF2B5EF4-FFF2-40B4-BE49-F238E27FC236}">
                  <a16:creationId xmlns:a16="http://schemas.microsoft.com/office/drawing/2014/main" id="{B36C2075-CF34-4FB6-A531-E4614F31BE68}"/>
                </a:ext>
              </a:extLst>
            </p:cNvPr>
            <p:cNvSpPr txBox="1"/>
            <p:nvPr/>
          </p:nvSpPr>
          <p:spPr>
            <a:xfrm>
              <a:off x="5693275" y="5333241"/>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grpSp>
    </p:spTree>
    <p:extLst>
      <p:ext uri="{BB962C8B-B14F-4D97-AF65-F5344CB8AC3E}">
        <p14:creationId xmlns:p14="http://schemas.microsoft.com/office/powerpoint/2010/main" val="1944144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74843-ADBA-2FED-6000-14D687081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A90F7-2B1E-B6AA-D84E-D6B90DB9C87E}"/>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Inspect</a:t>
            </a:r>
            <a:r>
              <a:rPr lang="nl-BE" sz="2400" dirty="0"/>
              <a:t> training data</a:t>
            </a:r>
          </a:p>
        </p:txBody>
      </p:sp>
      <p:sp>
        <p:nvSpPr>
          <p:cNvPr id="7" name="Text Placeholder 3">
            <a:extLst>
              <a:ext uri="{FF2B5EF4-FFF2-40B4-BE49-F238E27FC236}">
                <a16:creationId xmlns:a16="http://schemas.microsoft.com/office/drawing/2014/main" id="{F399D58F-F2F1-1878-C64E-90C44B855EBD}"/>
              </a:ext>
            </a:extLst>
          </p:cNvPr>
          <p:cNvSpPr txBox="1">
            <a:spLocks/>
          </p:cNvSpPr>
          <p:nvPr/>
        </p:nvSpPr>
        <p:spPr>
          <a:xfrm>
            <a:off x="1" y="1244368"/>
            <a:ext cx="3447286" cy="5102352"/>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First left-click on the training layer properties, and on the pop up select </a:t>
            </a:r>
            <a:r>
              <a:rPr lang="en-GB" b="1" dirty="0"/>
              <a:t>Open Attribute Table</a:t>
            </a:r>
            <a:r>
              <a:rPr lang="en-GB" dirty="0"/>
              <a:t>.</a:t>
            </a:r>
          </a:p>
          <a:p>
            <a:pPr lvl="1"/>
            <a:r>
              <a:rPr lang="en-GB" sz="1200" dirty="0"/>
              <a:t>View the table structure, and the training polygon attributes.</a:t>
            </a:r>
          </a:p>
          <a:p>
            <a:pPr lvl="1"/>
            <a:endParaRPr lang="en-GB" sz="1200" dirty="0"/>
          </a:p>
          <a:p>
            <a:pPr lvl="1"/>
            <a:r>
              <a:rPr lang="en-GB" sz="1400" i="1" dirty="0"/>
              <a:t>To symbolize the vector, open the Symbology window (Properties..-&gt; Symbology).</a:t>
            </a:r>
          </a:p>
          <a:p>
            <a:pPr marL="228600" indent="-228600">
              <a:buFont typeface="+mj-lt"/>
              <a:buAutoNum type="arabicPeriod"/>
            </a:pPr>
            <a:r>
              <a:rPr lang="en-GB" dirty="0"/>
              <a:t>On the top box, click the drop-down arrow and select </a:t>
            </a:r>
            <a:r>
              <a:rPr lang="en-GB" b="1" dirty="0"/>
              <a:t>Categorized</a:t>
            </a:r>
          </a:p>
          <a:p>
            <a:pPr marL="228600" indent="-228600">
              <a:buFont typeface="+mj-lt"/>
              <a:buAutoNum type="arabicPeriod"/>
            </a:pPr>
            <a:r>
              <a:rPr lang="en-GB" dirty="0"/>
              <a:t>On </a:t>
            </a:r>
            <a:r>
              <a:rPr lang="en-GB" b="1" dirty="0"/>
              <a:t>Value</a:t>
            </a:r>
            <a:r>
              <a:rPr lang="en-GB" dirty="0"/>
              <a:t>, select </a:t>
            </a:r>
            <a:r>
              <a:rPr lang="en-GB" b="1" dirty="0"/>
              <a:t>class</a:t>
            </a:r>
          </a:p>
          <a:p>
            <a:pPr marL="228600" indent="-228600">
              <a:buFont typeface="+mj-lt"/>
              <a:buAutoNum type="arabicPeriod"/>
            </a:pPr>
            <a:r>
              <a:rPr lang="en-GB" dirty="0"/>
              <a:t>Click </a:t>
            </a:r>
            <a:r>
              <a:rPr lang="en-GB" b="1" dirty="0"/>
              <a:t>Classify</a:t>
            </a:r>
            <a:r>
              <a:rPr lang="en-GB" dirty="0"/>
              <a:t> to classify the polygons by class</a:t>
            </a:r>
          </a:p>
          <a:p>
            <a:pPr marL="228600" indent="-228600">
              <a:buFont typeface="+mj-lt"/>
              <a:buAutoNum type="arabicPeriod"/>
            </a:pPr>
            <a:r>
              <a:rPr lang="en-GB" dirty="0"/>
              <a:t>Now you can see the different training classes. The default </a:t>
            </a:r>
            <a:r>
              <a:rPr lang="en-GB" dirty="0" err="1"/>
              <a:t>colors</a:t>
            </a:r>
            <a:r>
              <a:rPr lang="en-GB" dirty="0"/>
              <a:t> can remain.</a:t>
            </a:r>
          </a:p>
          <a:p>
            <a:pPr marL="228600" indent="-228600">
              <a:buFont typeface="+mj-lt"/>
              <a:buAutoNum type="arabicPeriod"/>
            </a:pPr>
            <a:r>
              <a:rPr lang="en-GB" dirty="0"/>
              <a:t>Click </a:t>
            </a:r>
            <a:r>
              <a:rPr lang="en-GB" b="1" dirty="0"/>
              <a:t>Apply</a:t>
            </a:r>
            <a:r>
              <a:rPr lang="en-GB" dirty="0"/>
              <a:t> to apply these changes</a:t>
            </a:r>
          </a:p>
          <a:p>
            <a:pPr marL="228600" indent="-228600">
              <a:buFont typeface="+mj-lt"/>
              <a:buAutoNum type="arabicPeriod"/>
            </a:pPr>
            <a:r>
              <a:rPr lang="en-GB" dirty="0"/>
              <a:t>Click </a:t>
            </a:r>
            <a:r>
              <a:rPr lang="en-GB" b="1" dirty="0"/>
              <a:t>OK</a:t>
            </a:r>
            <a:r>
              <a:rPr lang="en-GB" dirty="0"/>
              <a:t> to exit.</a:t>
            </a:r>
          </a:p>
          <a:p>
            <a:pPr lvl="1"/>
            <a:endParaRPr lang="en-GB" sz="1200" dirty="0"/>
          </a:p>
        </p:txBody>
      </p:sp>
      <p:grpSp>
        <p:nvGrpSpPr>
          <p:cNvPr id="15" name="Group 14">
            <a:extLst>
              <a:ext uri="{FF2B5EF4-FFF2-40B4-BE49-F238E27FC236}">
                <a16:creationId xmlns:a16="http://schemas.microsoft.com/office/drawing/2014/main" id="{E9C338C7-0AED-0070-AC69-B6EE8145A406}"/>
              </a:ext>
            </a:extLst>
          </p:cNvPr>
          <p:cNvGrpSpPr/>
          <p:nvPr/>
        </p:nvGrpSpPr>
        <p:grpSpPr>
          <a:xfrm>
            <a:off x="3447287" y="1142410"/>
            <a:ext cx="8744713" cy="5715590"/>
            <a:chOff x="3447287" y="1142410"/>
            <a:chExt cx="8744713" cy="5715590"/>
          </a:xfrm>
        </p:grpSpPr>
        <p:pic>
          <p:nvPicPr>
            <p:cNvPr id="4" name="Picture 3" descr="A screenshot of a computer&#10;&#10;AI-generated content may be incorrect.">
              <a:extLst>
                <a:ext uri="{FF2B5EF4-FFF2-40B4-BE49-F238E27FC236}">
                  <a16:creationId xmlns:a16="http://schemas.microsoft.com/office/drawing/2014/main" id="{910CDFB6-BD18-F45B-26B4-C21C6B7EB0DF}"/>
                </a:ext>
              </a:extLst>
            </p:cNvPr>
            <p:cNvPicPr>
              <a:picLocks noChangeAspect="1"/>
            </p:cNvPicPr>
            <p:nvPr/>
          </p:nvPicPr>
          <p:blipFill>
            <a:blip r:embed="rId2"/>
            <a:stretch>
              <a:fillRect/>
            </a:stretch>
          </p:blipFill>
          <p:spPr>
            <a:xfrm>
              <a:off x="3447287" y="1142410"/>
              <a:ext cx="6695837" cy="571559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descr="A screenshot of a computer&#10;&#10;AI-generated content may be incorrect.">
              <a:extLst>
                <a:ext uri="{FF2B5EF4-FFF2-40B4-BE49-F238E27FC236}">
                  <a16:creationId xmlns:a16="http://schemas.microsoft.com/office/drawing/2014/main" id="{F060FF5F-7E65-F754-8403-AFB9FA6F95F1}"/>
                </a:ext>
              </a:extLst>
            </p:cNvPr>
            <p:cNvPicPr>
              <a:picLocks noChangeAspect="1"/>
            </p:cNvPicPr>
            <p:nvPr/>
          </p:nvPicPr>
          <p:blipFill>
            <a:blip r:embed="rId3"/>
            <a:stretch>
              <a:fillRect/>
            </a:stretch>
          </p:blipFill>
          <p:spPr>
            <a:xfrm>
              <a:off x="6925056" y="2134767"/>
              <a:ext cx="5266944" cy="4571069"/>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E7B5C0CD-6FA0-8E1E-0AD2-942BC6B4F2B5}"/>
                </a:ext>
              </a:extLst>
            </p:cNvPr>
            <p:cNvSpPr txBox="1"/>
            <p:nvPr/>
          </p:nvSpPr>
          <p:spPr>
            <a:xfrm>
              <a:off x="5233925" y="3391128"/>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9" name="TextBox 8">
              <a:extLst>
                <a:ext uri="{FF2B5EF4-FFF2-40B4-BE49-F238E27FC236}">
                  <a16:creationId xmlns:a16="http://schemas.microsoft.com/office/drawing/2014/main" id="{9EFB214A-7A82-DC71-124E-DB9BFE71886B}"/>
                </a:ext>
              </a:extLst>
            </p:cNvPr>
            <p:cNvSpPr txBox="1"/>
            <p:nvPr/>
          </p:nvSpPr>
          <p:spPr>
            <a:xfrm>
              <a:off x="8207462" y="2251886"/>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10" name="TextBox 9">
              <a:extLst>
                <a:ext uri="{FF2B5EF4-FFF2-40B4-BE49-F238E27FC236}">
                  <a16:creationId xmlns:a16="http://schemas.microsoft.com/office/drawing/2014/main" id="{060C75DE-C11D-701E-E61C-5C360038E11B}"/>
                </a:ext>
              </a:extLst>
            </p:cNvPr>
            <p:cNvSpPr txBox="1"/>
            <p:nvPr/>
          </p:nvSpPr>
          <p:spPr>
            <a:xfrm>
              <a:off x="10763483" y="2437454"/>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1" name="TextBox 10">
              <a:extLst>
                <a:ext uri="{FF2B5EF4-FFF2-40B4-BE49-F238E27FC236}">
                  <a16:creationId xmlns:a16="http://schemas.microsoft.com/office/drawing/2014/main" id="{6233FF1D-CF71-0027-B0BA-4BAFF6AF511C}"/>
                </a:ext>
              </a:extLst>
            </p:cNvPr>
            <p:cNvSpPr txBox="1"/>
            <p:nvPr/>
          </p:nvSpPr>
          <p:spPr>
            <a:xfrm>
              <a:off x="8554934" y="5842755"/>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2" name="TextBox 11">
              <a:extLst>
                <a:ext uri="{FF2B5EF4-FFF2-40B4-BE49-F238E27FC236}">
                  <a16:creationId xmlns:a16="http://schemas.microsoft.com/office/drawing/2014/main" id="{B5F12086-CBFA-2EFD-C53E-6E2530F78EAC}"/>
                </a:ext>
              </a:extLst>
            </p:cNvPr>
            <p:cNvSpPr txBox="1"/>
            <p:nvPr/>
          </p:nvSpPr>
          <p:spPr>
            <a:xfrm>
              <a:off x="10293745" y="3630225"/>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13" name="TextBox 12">
              <a:extLst>
                <a:ext uri="{FF2B5EF4-FFF2-40B4-BE49-F238E27FC236}">
                  <a16:creationId xmlns:a16="http://schemas.microsoft.com/office/drawing/2014/main" id="{DB87DA5C-A810-B690-7F88-CD172810BE59}"/>
                </a:ext>
              </a:extLst>
            </p:cNvPr>
            <p:cNvSpPr txBox="1"/>
            <p:nvPr/>
          </p:nvSpPr>
          <p:spPr>
            <a:xfrm>
              <a:off x="11139311" y="6215229"/>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
          <p:nvSpPr>
            <p:cNvPr id="14" name="TextBox 13">
              <a:extLst>
                <a:ext uri="{FF2B5EF4-FFF2-40B4-BE49-F238E27FC236}">
                  <a16:creationId xmlns:a16="http://schemas.microsoft.com/office/drawing/2014/main" id="{A6E10A88-7D58-9B59-2321-8F5275E66AA4}"/>
                </a:ext>
              </a:extLst>
            </p:cNvPr>
            <p:cNvSpPr txBox="1"/>
            <p:nvPr/>
          </p:nvSpPr>
          <p:spPr>
            <a:xfrm>
              <a:off x="10079583" y="6197600"/>
              <a:ext cx="347472" cy="338554"/>
            </a:xfrm>
            <a:prstGeom prst="rect">
              <a:avLst/>
            </a:prstGeom>
            <a:solidFill>
              <a:schemeClr val="accent1"/>
            </a:solidFill>
          </p:spPr>
          <p:txBody>
            <a:bodyPr wrap="square" rtlCol="0">
              <a:spAutoFit/>
            </a:bodyPr>
            <a:lstStyle/>
            <a:p>
              <a:r>
                <a:rPr lang="nl-BE" sz="1600" b="1" dirty="0"/>
                <a:t>7</a:t>
              </a:r>
              <a:endParaRPr lang="en-GB" sz="1600" b="1" dirty="0"/>
            </a:p>
          </p:txBody>
        </p:sp>
      </p:grpSp>
    </p:spTree>
    <p:extLst>
      <p:ext uri="{BB962C8B-B14F-4D97-AF65-F5344CB8AC3E}">
        <p14:creationId xmlns:p14="http://schemas.microsoft.com/office/powerpoint/2010/main" val="908969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0F8D0-4BC6-E65C-8092-2DD9B9A90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2553D-89E2-4C45-A906-A9D8F847B57C}"/>
              </a:ext>
            </a:extLst>
          </p:cNvPr>
          <p:cNvSpPr txBox="1">
            <a:spLocks/>
          </p:cNvSpPr>
          <p:nvPr/>
        </p:nvSpPr>
        <p:spPr>
          <a:xfrm>
            <a:off x="0" y="684680"/>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Launch</a:t>
            </a:r>
            <a:r>
              <a:rPr lang="nl-BE" sz="2400" dirty="0"/>
              <a:t> </a:t>
            </a:r>
            <a:r>
              <a:rPr lang="nl-BE" sz="2400" dirty="0" err="1"/>
              <a:t>dzetsaka</a:t>
            </a:r>
            <a:r>
              <a:rPr lang="nl-BE" sz="2400" dirty="0"/>
              <a:t> </a:t>
            </a:r>
            <a:r>
              <a:rPr lang="nl-BE" sz="2400" dirty="0" err="1"/>
              <a:t>plugin</a:t>
            </a:r>
            <a:endParaRPr lang="nl-BE" sz="2400" dirty="0"/>
          </a:p>
        </p:txBody>
      </p:sp>
      <p:sp>
        <p:nvSpPr>
          <p:cNvPr id="7" name="Text Placeholder 3">
            <a:extLst>
              <a:ext uri="{FF2B5EF4-FFF2-40B4-BE49-F238E27FC236}">
                <a16:creationId xmlns:a16="http://schemas.microsoft.com/office/drawing/2014/main" id="{E7D4F7FD-F31E-0A4C-232F-844E054EF99B}"/>
              </a:ext>
            </a:extLst>
          </p:cNvPr>
          <p:cNvSpPr txBox="1">
            <a:spLocks/>
          </p:cNvSpPr>
          <p:nvPr/>
        </p:nvSpPr>
        <p:spPr>
          <a:xfrm>
            <a:off x="1" y="1244368"/>
            <a:ext cx="4343400"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If you have </a:t>
            </a:r>
            <a:r>
              <a:rPr lang="en-GB" dirty="0" err="1"/>
              <a:t>dzetsaka</a:t>
            </a:r>
            <a:r>
              <a:rPr lang="en-GB" dirty="0"/>
              <a:t> installed, this </a:t>
            </a:r>
            <a:r>
              <a:rPr lang="en-GB" b="1" dirty="0"/>
              <a:t>icon</a:t>
            </a:r>
            <a:r>
              <a:rPr lang="en-GB" dirty="0"/>
              <a:t> will appear on the tool bar. Click on it to launch the plugin.</a:t>
            </a:r>
          </a:p>
          <a:p>
            <a:pPr marL="342900" indent="-342900">
              <a:buFont typeface="+mj-lt"/>
              <a:buAutoNum type="arabicPeriod"/>
            </a:pPr>
            <a:r>
              <a:rPr lang="en-GB" dirty="0"/>
              <a:t>The </a:t>
            </a:r>
            <a:r>
              <a:rPr lang="en-GB" b="1" dirty="0" err="1"/>
              <a:t>dzetsaka</a:t>
            </a:r>
            <a:r>
              <a:rPr lang="en-GB" b="1" dirty="0"/>
              <a:t>: classification tool </a:t>
            </a:r>
            <a:r>
              <a:rPr lang="en-GB" dirty="0"/>
              <a:t>will open, and dock on lower left- or right-hand side of the QGIS window</a:t>
            </a:r>
          </a:p>
          <a:p>
            <a:pPr lvl="1"/>
            <a:endParaRPr lang="en-GB" sz="1200" dirty="0"/>
          </a:p>
        </p:txBody>
      </p:sp>
      <p:grpSp>
        <p:nvGrpSpPr>
          <p:cNvPr id="10" name="Group 9">
            <a:extLst>
              <a:ext uri="{FF2B5EF4-FFF2-40B4-BE49-F238E27FC236}">
                <a16:creationId xmlns:a16="http://schemas.microsoft.com/office/drawing/2014/main" id="{DEB10CD3-CD39-D701-C304-F367FDA45A02}"/>
              </a:ext>
            </a:extLst>
          </p:cNvPr>
          <p:cNvGrpSpPr/>
          <p:nvPr/>
        </p:nvGrpSpPr>
        <p:grpSpPr>
          <a:xfrm>
            <a:off x="4517136" y="319067"/>
            <a:ext cx="7674864" cy="6539768"/>
            <a:chOff x="4517136" y="319067"/>
            <a:chExt cx="7674864" cy="6539768"/>
          </a:xfrm>
        </p:grpSpPr>
        <p:pic>
          <p:nvPicPr>
            <p:cNvPr id="4" name="Picture 3" descr="A screenshot of a computer&#10;&#10;AI-generated content may be incorrect.">
              <a:extLst>
                <a:ext uri="{FF2B5EF4-FFF2-40B4-BE49-F238E27FC236}">
                  <a16:creationId xmlns:a16="http://schemas.microsoft.com/office/drawing/2014/main" id="{EFB4B1C1-EDA4-F463-BA9F-4B2D73097B0B}"/>
                </a:ext>
              </a:extLst>
            </p:cNvPr>
            <p:cNvPicPr>
              <a:picLocks noChangeAspect="1"/>
            </p:cNvPicPr>
            <p:nvPr/>
          </p:nvPicPr>
          <p:blipFill>
            <a:blip r:embed="rId2"/>
            <a:stretch>
              <a:fillRect/>
            </a:stretch>
          </p:blipFill>
          <p:spPr>
            <a:xfrm>
              <a:off x="4517136" y="319067"/>
              <a:ext cx="7674864" cy="653976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3C53100B-A0E5-CCFE-DAB9-01BC44149B2B}"/>
                </a:ext>
              </a:extLst>
            </p:cNvPr>
            <p:cNvSpPr txBox="1"/>
            <p:nvPr/>
          </p:nvSpPr>
          <p:spPr>
            <a:xfrm>
              <a:off x="10930637" y="1350614"/>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6" name="TextBox 5">
              <a:extLst>
                <a:ext uri="{FF2B5EF4-FFF2-40B4-BE49-F238E27FC236}">
                  <a16:creationId xmlns:a16="http://schemas.microsoft.com/office/drawing/2014/main" id="{F1EBC2F7-2645-E7E5-8254-FB57CC8675C0}"/>
                </a:ext>
              </a:extLst>
            </p:cNvPr>
            <p:cNvSpPr txBox="1"/>
            <p:nvPr/>
          </p:nvSpPr>
          <p:spPr>
            <a:xfrm>
              <a:off x="6294629" y="3588951"/>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cxnSp>
          <p:nvCxnSpPr>
            <p:cNvPr id="9" name="Straight Arrow Connector 8">
              <a:extLst>
                <a:ext uri="{FF2B5EF4-FFF2-40B4-BE49-F238E27FC236}">
                  <a16:creationId xmlns:a16="http://schemas.microsoft.com/office/drawing/2014/main" id="{DB5A9A87-C232-CC22-B363-3EAE5D584187}"/>
                </a:ext>
              </a:extLst>
            </p:cNvPr>
            <p:cNvCxnSpPr/>
            <p:nvPr/>
          </p:nvCxnSpPr>
          <p:spPr>
            <a:xfrm flipV="1">
              <a:off x="11104373" y="1078992"/>
              <a:ext cx="0" cy="271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79804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AE07E-5101-CEBB-6C7F-E712A9DA4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7233B-074C-7429-3A58-C94D6FB98B88}"/>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Configure</a:t>
            </a:r>
            <a:r>
              <a:rPr lang="nl-BE" sz="2400" dirty="0"/>
              <a:t> </a:t>
            </a:r>
            <a:r>
              <a:rPr lang="nl-BE" sz="2400" dirty="0" err="1"/>
              <a:t>plugin</a:t>
            </a:r>
            <a:r>
              <a:rPr lang="nl-BE" sz="2400" dirty="0"/>
              <a:t> </a:t>
            </a:r>
            <a:r>
              <a:rPr lang="nl-BE" sz="2400" dirty="0" err="1"/>
              <a:t>and</a:t>
            </a:r>
            <a:r>
              <a:rPr lang="nl-BE" sz="2400" dirty="0"/>
              <a:t> run </a:t>
            </a:r>
            <a:r>
              <a:rPr lang="nl-BE" sz="2400" dirty="0" err="1"/>
              <a:t>classification</a:t>
            </a:r>
            <a:r>
              <a:rPr lang="nl-BE" sz="2400" dirty="0"/>
              <a:t>.</a:t>
            </a:r>
          </a:p>
        </p:txBody>
      </p:sp>
      <p:pic>
        <p:nvPicPr>
          <p:cNvPr id="4" name="Picture 3" descr="A screenshot of a computer&#10;&#10;AI-generated content may be incorrect.">
            <a:extLst>
              <a:ext uri="{FF2B5EF4-FFF2-40B4-BE49-F238E27FC236}">
                <a16:creationId xmlns:a16="http://schemas.microsoft.com/office/drawing/2014/main" id="{036F8EFD-578D-7BE0-FDC0-5099C9B5214B}"/>
              </a:ext>
            </a:extLst>
          </p:cNvPr>
          <p:cNvPicPr>
            <a:picLocks noChangeAspect="1"/>
          </p:cNvPicPr>
          <p:nvPr/>
        </p:nvPicPr>
        <p:blipFill>
          <a:blip r:embed="rId2"/>
          <a:srcRect t="25701" r="54702"/>
          <a:stretch/>
        </p:blipFill>
        <p:spPr>
          <a:xfrm>
            <a:off x="5089358" y="1375928"/>
            <a:ext cx="5913120" cy="5363200"/>
          </a:xfrm>
          <a:prstGeom prst="rect">
            <a:avLst/>
          </a:prstGeom>
        </p:spPr>
      </p:pic>
      <p:sp>
        <p:nvSpPr>
          <p:cNvPr id="5" name="TextBox 4">
            <a:extLst>
              <a:ext uri="{FF2B5EF4-FFF2-40B4-BE49-F238E27FC236}">
                <a16:creationId xmlns:a16="http://schemas.microsoft.com/office/drawing/2014/main" id="{63A4D9CC-DACD-D3D9-74CB-432370C2CDAD}"/>
              </a:ext>
            </a:extLst>
          </p:cNvPr>
          <p:cNvSpPr txBox="1"/>
          <p:nvPr/>
        </p:nvSpPr>
        <p:spPr>
          <a:xfrm>
            <a:off x="4840733" y="3090446"/>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6" name="TextBox 5">
            <a:extLst>
              <a:ext uri="{FF2B5EF4-FFF2-40B4-BE49-F238E27FC236}">
                <a16:creationId xmlns:a16="http://schemas.microsoft.com/office/drawing/2014/main" id="{12B3970F-2CED-8DD8-3B0A-7D52C9A8A544}"/>
              </a:ext>
            </a:extLst>
          </p:cNvPr>
          <p:cNvSpPr txBox="1"/>
          <p:nvPr/>
        </p:nvSpPr>
        <p:spPr>
          <a:xfrm>
            <a:off x="10808048" y="3642808"/>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7" name="TextBox 6">
            <a:extLst>
              <a:ext uri="{FF2B5EF4-FFF2-40B4-BE49-F238E27FC236}">
                <a16:creationId xmlns:a16="http://schemas.microsoft.com/office/drawing/2014/main" id="{23822796-41FB-7C88-A346-5AB992F614E8}"/>
              </a:ext>
            </a:extLst>
          </p:cNvPr>
          <p:cNvSpPr txBox="1"/>
          <p:nvPr/>
        </p:nvSpPr>
        <p:spPr>
          <a:xfrm>
            <a:off x="10858420" y="4285838"/>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8" name="TextBox 7">
            <a:extLst>
              <a:ext uri="{FF2B5EF4-FFF2-40B4-BE49-F238E27FC236}">
                <a16:creationId xmlns:a16="http://schemas.microsoft.com/office/drawing/2014/main" id="{B97D4B82-39AD-0D84-F93A-D980D3781077}"/>
              </a:ext>
            </a:extLst>
          </p:cNvPr>
          <p:cNvSpPr txBox="1"/>
          <p:nvPr/>
        </p:nvSpPr>
        <p:spPr>
          <a:xfrm>
            <a:off x="10830828" y="5021691"/>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9" name="TextBox 8">
            <a:extLst>
              <a:ext uri="{FF2B5EF4-FFF2-40B4-BE49-F238E27FC236}">
                <a16:creationId xmlns:a16="http://schemas.microsoft.com/office/drawing/2014/main" id="{40057987-95DA-C2C0-B093-D11DDEF79461}"/>
              </a:ext>
            </a:extLst>
          </p:cNvPr>
          <p:cNvSpPr txBox="1"/>
          <p:nvPr/>
        </p:nvSpPr>
        <p:spPr>
          <a:xfrm>
            <a:off x="10812380" y="5626284"/>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
        <p:nvSpPr>
          <p:cNvPr id="10" name="TextBox 9">
            <a:extLst>
              <a:ext uri="{FF2B5EF4-FFF2-40B4-BE49-F238E27FC236}">
                <a16:creationId xmlns:a16="http://schemas.microsoft.com/office/drawing/2014/main" id="{7A9267EF-2F26-AFD5-220A-8D1370348485}"/>
              </a:ext>
            </a:extLst>
          </p:cNvPr>
          <p:cNvSpPr txBox="1"/>
          <p:nvPr/>
        </p:nvSpPr>
        <p:spPr>
          <a:xfrm>
            <a:off x="9766220" y="5964838"/>
            <a:ext cx="347472" cy="338554"/>
          </a:xfrm>
          <a:prstGeom prst="rect">
            <a:avLst/>
          </a:prstGeom>
          <a:solidFill>
            <a:schemeClr val="accent1"/>
          </a:solidFill>
        </p:spPr>
        <p:txBody>
          <a:bodyPr wrap="square" rtlCol="0">
            <a:spAutoFit/>
          </a:bodyPr>
          <a:lstStyle/>
          <a:p>
            <a:r>
              <a:rPr lang="nl-BE" sz="1600" b="1" dirty="0"/>
              <a:t>7</a:t>
            </a:r>
            <a:endParaRPr lang="en-GB" sz="1600" b="1" dirty="0"/>
          </a:p>
        </p:txBody>
      </p:sp>
      <p:pic>
        <p:nvPicPr>
          <p:cNvPr id="12" name="Picture 11" descr="A screenshot of a computer&#10;&#10;AI-generated content may be incorrect.">
            <a:extLst>
              <a:ext uri="{FF2B5EF4-FFF2-40B4-BE49-F238E27FC236}">
                <a16:creationId xmlns:a16="http://schemas.microsoft.com/office/drawing/2014/main" id="{CF2B97B3-C22C-B3CD-3F45-EBD85BE75D0B}"/>
              </a:ext>
            </a:extLst>
          </p:cNvPr>
          <p:cNvPicPr>
            <a:picLocks noChangeAspect="1"/>
          </p:cNvPicPr>
          <p:nvPr/>
        </p:nvPicPr>
        <p:blipFill>
          <a:blip r:embed="rId3"/>
          <a:stretch>
            <a:fillRect/>
          </a:stretch>
        </p:blipFill>
        <p:spPr>
          <a:xfrm>
            <a:off x="9181839" y="934018"/>
            <a:ext cx="3010161" cy="1828958"/>
          </a:xfrm>
          <a:prstGeom prst="rect">
            <a:avLst/>
          </a:prstGeom>
        </p:spPr>
      </p:pic>
      <p:sp>
        <p:nvSpPr>
          <p:cNvPr id="13" name="TextBox 12">
            <a:extLst>
              <a:ext uri="{FF2B5EF4-FFF2-40B4-BE49-F238E27FC236}">
                <a16:creationId xmlns:a16="http://schemas.microsoft.com/office/drawing/2014/main" id="{D14F1532-974C-2B65-15DE-ACF1600D0E78}"/>
              </a:ext>
            </a:extLst>
          </p:cNvPr>
          <p:cNvSpPr txBox="1"/>
          <p:nvPr/>
        </p:nvSpPr>
        <p:spPr>
          <a:xfrm>
            <a:off x="8919572" y="934018"/>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grpSp>
        <p:nvGrpSpPr>
          <p:cNvPr id="17" name="Group 16">
            <a:extLst>
              <a:ext uri="{FF2B5EF4-FFF2-40B4-BE49-F238E27FC236}">
                <a16:creationId xmlns:a16="http://schemas.microsoft.com/office/drawing/2014/main" id="{AC6606DD-5BFF-D201-5324-D67802ADE91D}"/>
              </a:ext>
            </a:extLst>
          </p:cNvPr>
          <p:cNvGrpSpPr/>
          <p:nvPr/>
        </p:nvGrpSpPr>
        <p:grpSpPr>
          <a:xfrm>
            <a:off x="1" y="1244368"/>
            <a:ext cx="4343400" cy="5102352"/>
            <a:chOff x="1" y="1244368"/>
            <a:chExt cx="4343400" cy="5102352"/>
          </a:xfrm>
        </p:grpSpPr>
        <p:sp>
          <p:nvSpPr>
            <p:cNvPr id="14" name="Text Placeholder 3">
              <a:extLst>
                <a:ext uri="{FF2B5EF4-FFF2-40B4-BE49-F238E27FC236}">
                  <a16:creationId xmlns:a16="http://schemas.microsoft.com/office/drawing/2014/main" id="{456169CD-54C1-8596-10C2-E8FA737BFBC3}"/>
                </a:ext>
              </a:extLst>
            </p:cNvPr>
            <p:cNvSpPr txBox="1">
              <a:spLocks/>
            </p:cNvSpPr>
            <p:nvPr/>
          </p:nvSpPr>
          <p:spPr>
            <a:xfrm>
              <a:off x="1" y="1244368"/>
              <a:ext cx="4343400" cy="510235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Basic settings from the drop-down arrows</a:t>
              </a:r>
            </a:p>
            <a:p>
              <a:pPr lvl="1"/>
              <a:r>
                <a:rPr lang="en-GB" sz="1400" dirty="0"/>
                <a:t>Your clipped area of interest raster</a:t>
              </a:r>
            </a:p>
            <a:p>
              <a:pPr lvl="1"/>
              <a:r>
                <a:rPr lang="en-GB" sz="1400" dirty="0"/>
                <a:t>Training vector</a:t>
              </a:r>
            </a:p>
            <a:p>
              <a:pPr lvl="1"/>
              <a:r>
                <a:rPr lang="en-GB" sz="1400" dirty="0"/>
                <a:t>Select class</a:t>
              </a:r>
            </a:p>
            <a:p>
              <a:pPr marL="342900" indent="-342900">
                <a:buFont typeface="+mj-lt"/>
                <a:buAutoNum type="arabicPeriod"/>
              </a:pPr>
              <a:r>
                <a:rPr lang="en-GB" dirty="0"/>
                <a:t>Click</a:t>
              </a:r>
              <a:r>
                <a:rPr lang="en-GB" b="1" dirty="0"/>
                <a:t> … </a:t>
              </a:r>
              <a:r>
                <a:rPr lang="en-GB" dirty="0"/>
                <a:t>and save your future classified image in the classified project folder</a:t>
              </a:r>
            </a:p>
            <a:p>
              <a:pPr marL="342900" indent="-342900">
                <a:buFont typeface="+mj-lt"/>
                <a:buAutoNum type="arabicPeriod"/>
              </a:pPr>
              <a:r>
                <a:rPr lang="en-GB" dirty="0"/>
                <a:t>Click on the gears</a:t>
              </a:r>
              <a:r>
                <a:rPr lang="en-GB" b="1" dirty="0"/>
                <a:t> icon </a:t>
              </a:r>
              <a:r>
                <a:rPr lang="en-GB" dirty="0"/>
                <a:t>to select your model. </a:t>
              </a:r>
            </a:p>
            <a:p>
              <a:pPr marL="342900" indent="-342900">
                <a:buFont typeface="+mj-lt"/>
                <a:buAutoNum type="arabicPeriod"/>
              </a:pPr>
              <a:r>
                <a:rPr lang="en-GB" dirty="0"/>
                <a:t>In the </a:t>
              </a:r>
              <a:r>
                <a:rPr lang="en-GB" b="1" dirty="0" err="1"/>
                <a:t>dzetsaka:settings</a:t>
              </a:r>
              <a:r>
                <a:rPr lang="en-GB" b="1" dirty="0"/>
                <a:t> panel </a:t>
              </a:r>
              <a:r>
                <a:rPr lang="en-GB" dirty="0"/>
                <a:t>that opens, select </a:t>
              </a:r>
              <a:r>
                <a:rPr lang="en-GB" b="1" dirty="0"/>
                <a:t>Classifier</a:t>
              </a:r>
              <a:r>
                <a:rPr lang="en-GB" dirty="0"/>
                <a:t> - </a:t>
              </a:r>
              <a:r>
                <a:rPr lang="en-GB" i="1" dirty="0"/>
                <a:t>Random Forest</a:t>
              </a:r>
              <a:r>
                <a:rPr lang="en-GB" dirty="0"/>
                <a:t>. Leave the rest as default</a:t>
              </a:r>
            </a:p>
            <a:p>
              <a:pPr marL="342900" indent="-342900">
                <a:buFont typeface="+mj-lt"/>
                <a:buAutoNum type="arabicPeriod"/>
              </a:pPr>
              <a:r>
                <a:rPr lang="en-GB" dirty="0"/>
                <a:t>OPTIONAL: Check Confidence map and save it.</a:t>
              </a:r>
            </a:p>
            <a:p>
              <a:pPr marL="342900" indent="-342900">
                <a:buFont typeface="+mj-lt"/>
                <a:buAutoNum type="arabicPeriod"/>
              </a:pPr>
              <a:r>
                <a:rPr lang="en-GB" dirty="0"/>
                <a:t>OPTIONAL:  Check Save matrix and save it</a:t>
              </a:r>
            </a:p>
            <a:p>
              <a:pPr marL="342900" indent="-342900">
                <a:buFont typeface="+mj-lt"/>
                <a:buAutoNum type="arabicPeriod"/>
              </a:pPr>
              <a:r>
                <a:rPr lang="en-GB" dirty="0"/>
                <a:t>OPTIONAL:  Set Split at 70%. (50-75 is fine)</a:t>
              </a:r>
            </a:p>
            <a:p>
              <a:pPr marL="342900" indent="-342900">
                <a:buFont typeface="+mj-lt"/>
                <a:buAutoNum type="arabicPeriod"/>
              </a:pPr>
              <a:r>
                <a:rPr lang="en-GB" dirty="0"/>
                <a:t>Click on </a:t>
              </a:r>
              <a:r>
                <a:rPr lang="en-GB" b="1" dirty="0"/>
                <a:t>Perform the classification </a:t>
              </a:r>
              <a:r>
                <a:rPr lang="en-GB" dirty="0"/>
                <a:t>to run the model.</a:t>
              </a:r>
            </a:p>
          </p:txBody>
        </p:sp>
        <p:pic>
          <p:nvPicPr>
            <p:cNvPr id="15" name="Picture 14" descr="A screenshot of a computer&#10;&#10;AI-generated content may be incorrect.">
              <a:extLst>
                <a:ext uri="{FF2B5EF4-FFF2-40B4-BE49-F238E27FC236}">
                  <a16:creationId xmlns:a16="http://schemas.microsoft.com/office/drawing/2014/main" id="{332FF26C-DADB-8F2E-895E-09279D80D509}"/>
                </a:ext>
              </a:extLst>
            </p:cNvPr>
            <p:cNvPicPr>
              <a:picLocks noChangeAspect="1"/>
            </p:cNvPicPr>
            <p:nvPr/>
          </p:nvPicPr>
          <p:blipFill>
            <a:blip r:embed="rId2"/>
            <a:srcRect t="46348" r="97662" b="39952"/>
            <a:stretch/>
          </p:blipFill>
          <p:spPr>
            <a:xfrm>
              <a:off x="214528" y="1563624"/>
              <a:ext cx="274649" cy="684222"/>
            </a:xfrm>
            <a:prstGeom prst="rect">
              <a:avLst/>
            </a:prstGeom>
          </p:spPr>
        </p:pic>
      </p:grpSp>
      <p:sp>
        <p:nvSpPr>
          <p:cNvPr id="16" name="TextBox 15">
            <a:extLst>
              <a:ext uri="{FF2B5EF4-FFF2-40B4-BE49-F238E27FC236}">
                <a16:creationId xmlns:a16="http://schemas.microsoft.com/office/drawing/2014/main" id="{8FE39ACC-83C7-4D26-7461-8BD7A84EF2FA}"/>
              </a:ext>
            </a:extLst>
          </p:cNvPr>
          <p:cNvSpPr txBox="1"/>
          <p:nvPr/>
        </p:nvSpPr>
        <p:spPr>
          <a:xfrm>
            <a:off x="6754796" y="4187854"/>
            <a:ext cx="347472" cy="338554"/>
          </a:xfrm>
          <a:prstGeom prst="rect">
            <a:avLst/>
          </a:prstGeom>
          <a:solidFill>
            <a:schemeClr val="accent1"/>
          </a:solidFill>
        </p:spPr>
        <p:txBody>
          <a:bodyPr wrap="square" rtlCol="0">
            <a:spAutoFit/>
          </a:bodyPr>
          <a:lstStyle/>
          <a:p>
            <a:r>
              <a:rPr lang="nl-BE" sz="1600" b="1" dirty="0"/>
              <a:t>8</a:t>
            </a:r>
            <a:endParaRPr lang="en-GB" sz="1600" b="1" dirty="0"/>
          </a:p>
        </p:txBody>
      </p:sp>
    </p:spTree>
    <p:extLst>
      <p:ext uri="{BB962C8B-B14F-4D97-AF65-F5344CB8AC3E}">
        <p14:creationId xmlns:p14="http://schemas.microsoft.com/office/powerpoint/2010/main" val="1805052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D1CFA-A1AD-DDC3-9F84-2DE2579B2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76386-8156-58DB-802B-91D4F5A6DFCB}"/>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Classified</a:t>
            </a:r>
            <a:r>
              <a:rPr lang="nl-BE" sz="2400" dirty="0"/>
              <a:t> </a:t>
            </a:r>
            <a:r>
              <a:rPr lang="nl-BE" sz="2400" dirty="0" err="1"/>
              <a:t>layer</a:t>
            </a:r>
            <a:endParaRPr lang="nl-BE" sz="2400" dirty="0"/>
          </a:p>
        </p:txBody>
      </p:sp>
      <p:pic>
        <p:nvPicPr>
          <p:cNvPr id="4" name="Picture 3" descr="A screenshot of a computer&#10;&#10;AI-generated content may be incorrect.">
            <a:extLst>
              <a:ext uri="{FF2B5EF4-FFF2-40B4-BE49-F238E27FC236}">
                <a16:creationId xmlns:a16="http://schemas.microsoft.com/office/drawing/2014/main" id="{497573FB-D771-2201-5259-48E300E83763}"/>
              </a:ext>
            </a:extLst>
          </p:cNvPr>
          <p:cNvPicPr>
            <a:picLocks noChangeAspect="1"/>
          </p:cNvPicPr>
          <p:nvPr/>
        </p:nvPicPr>
        <p:blipFill>
          <a:blip r:embed="rId2"/>
          <a:stretch>
            <a:fillRect/>
          </a:stretch>
        </p:blipFill>
        <p:spPr>
          <a:xfrm>
            <a:off x="3200399" y="1159011"/>
            <a:ext cx="8991600" cy="5625837"/>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5" name="Text Placeholder 3">
            <a:extLst>
              <a:ext uri="{FF2B5EF4-FFF2-40B4-BE49-F238E27FC236}">
                <a16:creationId xmlns:a16="http://schemas.microsoft.com/office/drawing/2014/main" id="{4AF7DC02-F697-E8A5-BA59-22940517DE7E}"/>
              </a:ext>
            </a:extLst>
          </p:cNvPr>
          <p:cNvSpPr txBox="1">
            <a:spLocks/>
          </p:cNvSpPr>
          <p:nvPr/>
        </p:nvSpPr>
        <p:spPr>
          <a:xfrm>
            <a:off x="1" y="1439703"/>
            <a:ext cx="3200398" cy="465132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After classification, the classified layer will be automatically be added to the Layers panel.</a:t>
            </a:r>
          </a:p>
          <a:p>
            <a:pPr marL="342900" indent="-342900">
              <a:buFont typeface="+mj-lt"/>
              <a:buAutoNum type="arabicPeriod"/>
            </a:pPr>
            <a:r>
              <a:rPr lang="en-GB" dirty="0"/>
              <a:t>The classified layer is in </a:t>
            </a:r>
            <a:r>
              <a:rPr lang="en-GB" dirty="0" err="1"/>
              <a:t>Singleband</a:t>
            </a:r>
            <a:r>
              <a:rPr lang="en-GB" dirty="0"/>
              <a:t> </a:t>
            </a:r>
            <a:r>
              <a:rPr lang="en-GB" dirty="0" err="1"/>
              <a:t>gray</a:t>
            </a:r>
            <a:r>
              <a:rPr lang="en-GB" dirty="0"/>
              <a:t>. To better view the classification, stylize the layer.</a:t>
            </a:r>
          </a:p>
          <a:p>
            <a:pPr marL="342900" indent="-342900">
              <a:buFont typeface="+mj-lt"/>
              <a:buAutoNum type="arabicPeriod"/>
            </a:pPr>
            <a:endParaRPr lang="en-GB" dirty="0"/>
          </a:p>
          <a:p>
            <a:pPr lvl="1"/>
            <a:endParaRPr lang="en-GB" sz="1200" dirty="0"/>
          </a:p>
        </p:txBody>
      </p:sp>
    </p:spTree>
    <p:extLst>
      <p:ext uri="{BB962C8B-B14F-4D97-AF65-F5344CB8AC3E}">
        <p14:creationId xmlns:p14="http://schemas.microsoft.com/office/powerpoint/2010/main" val="3224524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905DC-E9F0-6238-804C-33773E773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5E9D3-270A-7037-4FE8-52DB4C2F92AD}"/>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Vector styling</a:t>
            </a:r>
          </a:p>
        </p:txBody>
      </p:sp>
      <p:sp>
        <p:nvSpPr>
          <p:cNvPr id="3" name="Text Placeholder 3">
            <a:extLst>
              <a:ext uri="{FF2B5EF4-FFF2-40B4-BE49-F238E27FC236}">
                <a16:creationId xmlns:a16="http://schemas.microsoft.com/office/drawing/2014/main" id="{06C676AE-05AB-55E4-2B25-95E7D1B9E258}"/>
              </a:ext>
            </a:extLst>
          </p:cNvPr>
          <p:cNvSpPr txBox="1">
            <a:spLocks/>
          </p:cNvSpPr>
          <p:nvPr/>
        </p:nvSpPr>
        <p:spPr>
          <a:xfrm>
            <a:off x="0" y="1439703"/>
            <a:ext cx="4586174" cy="465132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Open </a:t>
            </a:r>
            <a:r>
              <a:rPr lang="en-GB" b="1" dirty="0"/>
              <a:t>Symbology</a:t>
            </a:r>
            <a:r>
              <a:rPr lang="en-GB" dirty="0"/>
              <a:t> pane</a:t>
            </a:r>
          </a:p>
          <a:p>
            <a:pPr marL="342900" indent="-342900">
              <a:buFont typeface="+mj-lt"/>
              <a:buAutoNum type="arabicPeriod"/>
            </a:pPr>
            <a:r>
              <a:rPr lang="en-GB" dirty="0"/>
              <a:t>Under </a:t>
            </a:r>
            <a:r>
              <a:rPr lang="en-GB" b="1" dirty="0"/>
              <a:t>Render type</a:t>
            </a:r>
            <a:r>
              <a:rPr lang="en-GB" dirty="0"/>
              <a:t>, select </a:t>
            </a:r>
            <a:r>
              <a:rPr lang="en-GB" b="1" dirty="0" err="1"/>
              <a:t>Paletted</a:t>
            </a:r>
            <a:r>
              <a:rPr lang="en-GB" b="1" dirty="0"/>
              <a:t>/Unique values</a:t>
            </a:r>
          </a:p>
          <a:p>
            <a:pPr marL="342900" indent="-342900">
              <a:buFont typeface="+mj-lt"/>
              <a:buAutoNum type="arabicPeriod"/>
            </a:pPr>
            <a:r>
              <a:rPr lang="en-GB" dirty="0"/>
              <a:t>Click on </a:t>
            </a:r>
            <a:r>
              <a:rPr lang="en-GB" b="1" dirty="0"/>
              <a:t>Classify</a:t>
            </a:r>
            <a:r>
              <a:rPr lang="en-GB" dirty="0"/>
              <a:t> to classify into the different classes</a:t>
            </a:r>
          </a:p>
          <a:p>
            <a:pPr marL="342900" indent="-342900">
              <a:buFont typeface="+mj-lt"/>
              <a:buAutoNum type="arabicPeriod"/>
            </a:pPr>
            <a:r>
              <a:rPr lang="en-GB" dirty="0"/>
              <a:t>Click on </a:t>
            </a:r>
            <a:r>
              <a:rPr lang="en-GB" b="1" dirty="0"/>
              <a:t>Style</a:t>
            </a:r>
            <a:r>
              <a:rPr lang="en-GB" dirty="0"/>
              <a:t> </a:t>
            </a:r>
          </a:p>
          <a:p>
            <a:pPr marL="342900" indent="-342900">
              <a:buFont typeface="+mj-lt"/>
              <a:buAutoNum type="arabicPeriod"/>
            </a:pPr>
            <a:r>
              <a:rPr lang="en-GB" dirty="0"/>
              <a:t>Click on </a:t>
            </a:r>
            <a:r>
              <a:rPr lang="en-GB" b="1" dirty="0"/>
              <a:t>Load Style…</a:t>
            </a:r>
          </a:p>
          <a:p>
            <a:pPr marL="342900" indent="-342900">
              <a:buFont typeface="+mj-lt"/>
              <a:buAutoNum type="arabicPeriod"/>
            </a:pPr>
            <a:r>
              <a:rPr lang="en-GB" dirty="0"/>
              <a:t>In the </a:t>
            </a:r>
            <a:r>
              <a:rPr lang="en-GB" b="1" dirty="0"/>
              <a:t>Load layer properties from style file </a:t>
            </a:r>
            <a:r>
              <a:rPr lang="en-GB" dirty="0"/>
              <a:t>window, find the </a:t>
            </a:r>
            <a:r>
              <a:rPr lang="en-GB" i="1" dirty="0" err="1"/>
              <a:t>classification_style.qml</a:t>
            </a:r>
            <a:r>
              <a:rPr lang="en-GB" i="1" dirty="0"/>
              <a:t> </a:t>
            </a:r>
            <a:r>
              <a:rPr lang="en-GB" dirty="0"/>
              <a:t>file in the data folder, and click </a:t>
            </a:r>
            <a:r>
              <a:rPr lang="en-GB" b="1" dirty="0"/>
              <a:t>Open</a:t>
            </a:r>
            <a:r>
              <a:rPr lang="en-GB" dirty="0"/>
              <a:t> to load it.</a:t>
            </a:r>
          </a:p>
          <a:p>
            <a:pPr marL="342900" indent="-342900">
              <a:buFont typeface="+mj-lt"/>
              <a:buAutoNum type="arabicPeriod"/>
            </a:pPr>
            <a:r>
              <a:rPr lang="en-GB" dirty="0"/>
              <a:t>Click on </a:t>
            </a:r>
            <a:r>
              <a:rPr lang="en-GB" b="1" dirty="0"/>
              <a:t>Apply</a:t>
            </a:r>
          </a:p>
          <a:p>
            <a:pPr marL="342900" indent="-342900">
              <a:buFont typeface="+mj-lt"/>
              <a:buAutoNum type="arabicPeriod"/>
            </a:pPr>
            <a:r>
              <a:rPr lang="en-GB" dirty="0"/>
              <a:t>Click on </a:t>
            </a:r>
            <a:r>
              <a:rPr lang="en-GB" b="1" dirty="0"/>
              <a:t>OK</a:t>
            </a:r>
            <a:r>
              <a:rPr lang="en-GB" dirty="0"/>
              <a:t> to close.</a:t>
            </a:r>
          </a:p>
          <a:p>
            <a:pPr marL="342900" indent="-342900">
              <a:buFont typeface="+mj-lt"/>
              <a:buAutoNum type="arabicPeriod"/>
            </a:pPr>
            <a:endParaRPr lang="en-GB" dirty="0"/>
          </a:p>
          <a:p>
            <a:pPr lvl="1"/>
            <a:endParaRPr lang="en-GB" sz="1200" dirty="0"/>
          </a:p>
        </p:txBody>
      </p:sp>
      <p:grpSp>
        <p:nvGrpSpPr>
          <p:cNvPr id="16" name="Group 15">
            <a:extLst>
              <a:ext uri="{FF2B5EF4-FFF2-40B4-BE49-F238E27FC236}">
                <a16:creationId xmlns:a16="http://schemas.microsoft.com/office/drawing/2014/main" id="{D0324D81-E684-1F7B-0F49-71469DD27DBD}"/>
              </a:ext>
            </a:extLst>
          </p:cNvPr>
          <p:cNvGrpSpPr/>
          <p:nvPr/>
        </p:nvGrpSpPr>
        <p:grpSpPr>
          <a:xfrm>
            <a:off x="2782938" y="978408"/>
            <a:ext cx="9390774" cy="5833872"/>
            <a:chOff x="2801226" y="1024128"/>
            <a:chExt cx="9390774" cy="5833872"/>
          </a:xfrm>
        </p:grpSpPr>
        <p:pic>
          <p:nvPicPr>
            <p:cNvPr id="6" name="Picture 5" descr="A screenshot of a computer&#10;&#10;AI-generated content may be incorrect.">
              <a:extLst>
                <a:ext uri="{FF2B5EF4-FFF2-40B4-BE49-F238E27FC236}">
                  <a16:creationId xmlns:a16="http://schemas.microsoft.com/office/drawing/2014/main" id="{932E06B0-BC61-0B68-0F0C-2E549138EC8A}"/>
                </a:ext>
              </a:extLst>
            </p:cNvPr>
            <p:cNvPicPr>
              <a:picLocks noChangeAspect="1"/>
            </p:cNvPicPr>
            <p:nvPr/>
          </p:nvPicPr>
          <p:blipFill>
            <a:blip r:embed="rId2"/>
            <a:stretch>
              <a:fillRect/>
            </a:stretch>
          </p:blipFill>
          <p:spPr>
            <a:xfrm>
              <a:off x="5191354" y="1024128"/>
              <a:ext cx="7000646" cy="583387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descr="A screenshot of a computer&#10;&#10;AI-generated content may be incorrect.">
              <a:extLst>
                <a:ext uri="{FF2B5EF4-FFF2-40B4-BE49-F238E27FC236}">
                  <a16:creationId xmlns:a16="http://schemas.microsoft.com/office/drawing/2014/main" id="{76B61A53-5EFA-E2CD-75B9-B50FBCC00C94}"/>
                </a:ext>
              </a:extLst>
            </p:cNvPr>
            <p:cNvPicPr>
              <a:picLocks noChangeAspect="1"/>
            </p:cNvPicPr>
            <p:nvPr/>
          </p:nvPicPr>
          <p:blipFill>
            <a:blip r:embed="rId3"/>
            <a:srcRect t="1086" b="-1"/>
            <a:stretch/>
          </p:blipFill>
          <p:spPr>
            <a:xfrm>
              <a:off x="2801226" y="4594751"/>
              <a:ext cx="3326375" cy="2225014"/>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9C62B33A-D1EC-EA14-6F71-1E97BED74809}"/>
                </a:ext>
              </a:extLst>
            </p:cNvPr>
            <p:cNvSpPr txBox="1"/>
            <p:nvPr/>
          </p:nvSpPr>
          <p:spPr>
            <a:xfrm>
              <a:off x="7925120" y="1369796"/>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10" name="TextBox 9">
              <a:extLst>
                <a:ext uri="{FF2B5EF4-FFF2-40B4-BE49-F238E27FC236}">
                  <a16:creationId xmlns:a16="http://schemas.microsoft.com/office/drawing/2014/main" id="{528C7C11-904D-577F-3195-116011BA7D8A}"/>
                </a:ext>
              </a:extLst>
            </p:cNvPr>
            <p:cNvSpPr txBox="1"/>
            <p:nvPr/>
          </p:nvSpPr>
          <p:spPr>
            <a:xfrm>
              <a:off x="7925120" y="4334030"/>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11" name="TextBox 10">
              <a:extLst>
                <a:ext uri="{FF2B5EF4-FFF2-40B4-BE49-F238E27FC236}">
                  <a16:creationId xmlns:a16="http://schemas.microsoft.com/office/drawing/2014/main" id="{F2B607D5-E77E-EF9E-1B9A-CFBEADC908FE}"/>
                </a:ext>
              </a:extLst>
            </p:cNvPr>
            <p:cNvSpPr txBox="1"/>
            <p:nvPr/>
          </p:nvSpPr>
          <p:spPr>
            <a:xfrm>
              <a:off x="6816754" y="6519446"/>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2" name="TextBox 11">
              <a:extLst>
                <a:ext uri="{FF2B5EF4-FFF2-40B4-BE49-F238E27FC236}">
                  <a16:creationId xmlns:a16="http://schemas.microsoft.com/office/drawing/2014/main" id="{5153A549-8743-BED2-F769-36DEB956BF4F}"/>
                </a:ext>
              </a:extLst>
            </p:cNvPr>
            <p:cNvSpPr txBox="1"/>
            <p:nvPr/>
          </p:nvSpPr>
          <p:spPr>
            <a:xfrm>
              <a:off x="7577648" y="5245008"/>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3" name="TextBox 12">
              <a:extLst>
                <a:ext uri="{FF2B5EF4-FFF2-40B4-BE49-F238E27FC236}">
                  <a16:creationId xmlns:a16="http://schemas.microsoft.com/office/drawing/2014/main" id="{10199BED-7A02-56FA-2718-51B81E5100C8}"/>
                </a:ext>
              </a:extLst>
            </p:cNvPr>
            <p:cNvSpPr txBox="1"/>
            <p:nvPr/>
          </p:nvSpPr>
          <p:spPr>
            <a:xfrm>
              <a:off x="4586174" y="6473469"/>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14" name="TextBox 13">
              <a:extLst>
                <a:ext uri="{FF2B5EF4-FFF2-40B4-BE49-F238E27FC236}">
                  <a16:creationId xmlns:a16="http://schemas.microsoft.com/office/drawing/2014/main" id="{933350E3-3ED9-5800-B54E-A89E472FA31B}"/>
                </a:ext>
              </a:extLst>
            </p:cNvPr>
            <p:cNvSpPr txBox="1"/>
            <p:nvPr/>
          </p:nvSpPr>
          <p:spPr>
            <a:xfrm>
              <a:off x="11201503" y="6350169"/>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
          <p:nvSpPr>
            <p:cNvPr id="15" name="TextBox 14">
              <a:extLst>
                <a:ext uri="{FF2B5EF4-FFF2-40B4-BE49-F238E27FC236}">
                  <a16:creationId xmlns:a16="http://schemas.microsoft.com/office/drawing/2014/main" id="{6B7A4AD9-7B6B-EC4D-BEEF-126A7E4C22E5}"/>
                </a:ext>
              </a:extLst>
            </p:cNvPr>
            <p:cNvSpPr txBox="1"/>
            <p:nvPr/>
          </p:nvSpPr>
          <p:spPr>
            <a:xfrm>
              <a:off x="9991142" y="6350169"/>
              <a:ext cx="347472" cy="338554"/>
            </a:xfrm>
            <a:prstGeom prst="rect">
              <a:avLst/>
            </a:prstGeom>
            <a:solidFill>
              <a:schemeClr val="accent1"/>
            </a:solidFill>
          </p:spPr>
          <p:txBody>
            <a:bodyPr wrap="square" rtlCol="0">
              <a:spAutoFit/>
            </a:bodyPr>
            <a:lstStyle/>
            <a:p>
              <a:r>
                <a:rPr lang="nl-BE" sz="1600" b="1" dirty="0"/>
                <a:t>7</a:t>
              </a:r>
              <a:endParaRPr lang="en-GB" sz="1600" b="1" dirty="0"/>
            </a:p>
          </p:txBody>
        </p:sp>
      </p:grpSp>
    </p:spTree>
    <p:extLst>
      <p:ext uri="{BB962C8B-B14F-4D97-AF65-F5344CB8AC3E}">
        <p14:creationId xmlns:p14="http://schemas.microsoft.com/office/powerpoint/2010/main" val="3678343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B673-9E5D-66DD-5066-95E6EA994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B56A0-0BE7-8224-2774-4D0803C602A1}"/>
              </a:ext>
            </a:extLst>
          </p:cNvPr>
          <p:cNvSpPr>
            <a:spLocks noGrp="1"/>
          </p:cNvSpPr>
          <p:nvPr>
            <p:ph type="title"/>
          </p:nvPr>
        </p:nvSpPr>
        <p:spPr/>
        <p:txBody>
          <a:bodyPr>
            <a:normAutofit fontScale="90000"/>
          </a:bodyPr>
          <a:lstStyle/>
          <a:p>
            <a:r>
              <a:rPr lang="nl-BE" dirty="0"/>
              <a:t>Post processing</a:t>
            </a:r>
            <a:endParaRPr lang="en-BE" dirty="0"/>
          </a:p>
        </p:txBody>
      </p:sp>
      <p:sp>
        <p:nvSpPr>
          <p:cNvPr id="4" name="Text Placeholder 3">
            <a:extLst>
              <a:ext uri="{FF2B5EF4-FFF2-40B4-BE49-F238E27FC236}">
                <a16:creationId xmlns:a16="http://schemas.microsoft.com/office/drawing/2014/main" id="{065ECC2F-154D-575D-6E54-BE37C2D31C4C}"/>
              </a:ext>
            </a:extLst>
          </p:cNvPr>
          <p:cNvSpPr>
            <a:spLocks noGrp="1"/>
          </p:cNvSpPr>
          <p:nvPr>
            <p:ph type="body" sz="quarter" idx="11"/>
          </p:nvPr>
        </p:nvSpPr>
        <p:spPr>
          <a:xfrm>
            <a:off x="431289" y="1436297"/>
            <a:ext cx="10383795" cy="5421703"/>
          </a:xfrm>
        </p:spPr>
        <p:txBody>
          <a:bodyPr>
            <a:normAutofit/>
          </a:bodyPr>
          <a:lstStyle/>
          <a:p>
            <a:pPr>
              <a:lnSpc>
                <a:spcPct val="110000"/>
              </a:lnSpc>
            </a:pPr>
            <a:r>
              <a:rPr lang="en-US" sz="1700" dirty="0"/>
              <a:t>Image classification post-processing refers to the set of steps applied after a model has made predictions on an image. These steps refine the results, eliminating noise by</a:t>
            </a:r>
            <a:r>
              <a:rPr lang="nl-BE" sz="1700" dirty="0"/>
              <a:t> r</a:t>
            </a:r>
            <a:r>
              <a:rPr lang="en-BE" sz="1700" dirty="0" err="1"/>
              <a:t>emov</a:t>
            </a:r>
            <a:r>
              <a:rPr lang="nl-BE" sz="1700" dirty="0" err="1"/>
              <a:t>ing</a:t>
            </a:r>
            <a:r>
              <a:rPr lang="en-BE" sz="1700" dirty="0"/>
              <a:t>/</a:t>
            </a:r>
            <a:r>
              <a:rPr lang="en-BE" sz="1700" dirty="0" err="1"/>
              <a:t>reduc</a:t>
            </a:r>
            <a:r>
              <a:rPr lang="nl-BE" sz="1700" dirty="0" err="1"/>
              <a:t>ing</a:t>
            </a:r>
            <a:r>
              <a:rPr lang="en-BE" sz="1700" dirty="0"/>
              <a:t> </a:t>
            </a:r>
            <a:r>
              <a:rPr lang="nl-BE" sz="1700" dirty="0"/>
              <a:t>‘</a:t>
            </a:r>
            <a:r>
              <a:rPr lang="en-BE" sz="1700" dirty="0"/>
              <a:t>salt and pepper</a:t>
            </a:r>
            <a:r>
              <a:rPr lang="nl-BE" sz="1700" dirty="0"/>
              <a:t>’</a:t>
            </a:r>
            <a:r>
              <a:rPr lang="en-BE" sz="1700" dirty="0"/>
              <a:t> effect</a:t>
            </a:r>
            <a:r>
              <a:rPr lang="nl-BE" sz="1700" dirty="0"/>
              <a:t>.</a:t>
            </a:r>
          </a:p>
          <a:p>
            <a:pPr>
              <a:lnSpc>
                <a:spcPct val="110000"/>
              </a:lnSpc>
            </a:pPr>
            <a:endParaRPr lang="nl-BE" sz="1700" dirty="0"/>
          </a:p>
          <a:p>
            <a:pPr>
              <a:lnSpc>
                <a:spcPct val="110000"/>
              </a:lnSpc>
            </a:pPr>
            <a:r>
              <a:rPr lang="en-BE" sz="1700" dirty="0"/>
              <a:t>One method is applying a spatial </a:t>
            </a:r>
            <a:r>
              <a:rPr lang="nl-BE" sz="1700" dirty="0"/>
              <a:t>filters, </a:t>
            </a:r>
            <a:r>
              <a:rPr lang="en-US" sz="1700" dirty="0"/>
              <a:t>that assigns the most frequently occurring (mode) classification label within a defined spatial neighborhood to each pixel or segment.</a:t>
            </a:r>
          </a:p>
          <a:p>
            <a:pPr>
              <a:lnSpc>
                <a:spcPct val="110000"/>
              </a:lnSpc>
            </a:pPr>
            <a:endParaRPr lang="en-US" sz="1700" dirty="0"/>
          </a:p>
          <a:p>
            <a:pPr>
              <a:lnSpc>
                <a:spcPct val="110000"/>
              </a:lnSpc>
            </a:pPr>
            <a:r>
              <a:rPr lang="en-US" sz="1700" dirty="0"/>
              <a:t>Here, we will use the Sieve function available in SCP to post process the image.</a:t>
            </a:r>
          </a:p>
        </p:txBody>
      </p:sp>
    </p:spTree>
    <p:extLst>
      <p:ext uri="{BB962C8B-B14F-4D97-AF65-F5344CB8AC3E}">
        <p14:creationId xmlns:p14="http://schemas.microsoft.com/office/powerpoint/2010/main" val="88009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8B971-6E43-9496-2AAF-0599AEACE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5FE6F-1E57-DE87-4034-D327AA1A30C0}"/>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a:t>Post processing - </a:t>
            </a:r>
            <a:r>
              <a:rPr lang="nl-BE" sz="2400" dirty="0" err="1"/>
              <a:t>Sieve</a:t>
            </a:r>
            <a:endParaRPr lang="nl-BE" sz="2400" dirty="0"/>
          </a:p>
        </p:txBody>
      </p:sp>
      <p:sp>
        <p:nvSpPr>
          <p:cNvPr id="5" name="Text Placeholder 3">
            <a:extLst>
              <a:ext uri="{FF2B5EF4-FFF2-40B4-BE49-F238E27FC236}">
                <a16:creationId xmlns:a16="http://schemas.microsoft.com/office/drawing/2014/main" id="{480826B1-7BB6-EF3D-7AB0-DD1B413D041C}"/>
              </a:ext>
            </a:extLst>
          </p:cNvPr>
          <p:cNvSpPr txBox="1">
            <a:spLocks/>
          </p:cNvSpPr>
          <p:nvPr/>
        </p:nvSpPr>
        <p:spPr>
          <a:xfrm>
            <a:off x="0" y="1225985"/>
            <a:ext cx="3227525" cy="542170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lang="nl-BE" dirty="0"/>
          </a:p>
        </p:txBody>
      </p:sp>
      <p:sp>
        <p:nvSpPr>
          <p:cNvPr id="8" name="Text Placeholder 3">
            <a:extLst>
              <a:ext uri="{FF2B5EF4-FFF2-40B4-BE49-F238E27FC236}">
                <a16:creationId xmlns:a16="http://schemas.microsoft.com/office/drawing/2014/main" id="{1582C22A-93E2-963A-C06A-473FC0713FB5}"/>
              </a:ext>
            </a:extLst>
          </p:cNvPr>
          <p:cNvSpPr txBox="1">
            <a:spLocks/>
          </p:cNvSpPr>
          <p:nvPr/>
        </p:nvSpPr>
        <p:spPr>
          <a:xfrm>
            <a:off x="10832" y="1163367"/>
            <a:ext cx="3227525" cy="56386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In the menu bar click on </a:t>
            </a:r>
            <a:r>
              <a:rPr lang="en-GB" b="1" dirty="0"/>
              <a:t>Processing</a:t>
            </a:r>
            <a:r>
              <a:rPr lang="en-GB" dirty="0"/>
              <a:t> and click on </a:t>
            </a:r>
            <a:r>
              <a:rPr lang="en-GB" i="1" dirty="0"/>
              <a:t>Toolbox</a:t>
            </a:r>
          </a:p>
          <a:p>
            <a:pPr marL="342900" indent="-342900">
              <a:buFont typeface="+mj-lt"/>
              <a:buAutoNum type="arabicPeriod"/>
            </a:pPr>
            <a:r>
              <a:rPr lang="en-GB" dirty="0"/>
              <a:t>Open the </a:t>
            </a:r>
            <a:r>
              <a:rPr lang="en-GB" b="1" dirty="0"/>
              <a:t>Processing Toolbox </a:t>
            </a:r>
            <a:r>
              <a:rPr lang="en-GB" dirty="0"/>
              <a:t>and type </a:t>
            </a:r>
            <a:r>
              <a:rPr lang="en-GB" i="1" dirty="0"/>
              <a:t>sieve</a:t>
            </a:r>
          </a:p>
          <a:p>
            <a:pPr marL="342900" indent="-342900">
              <a:buFont typeface="+mj-lt"/>
              <a:buAutoNum type="arabicPeriod"/>
            </a:pPr>
            <a:r>
              <a:rPr lang="en-GB" dirty="0"/>
              <a:t>From the sieve options, select the SCP </a:t>
            </a:r>
            <a:r>
              <a:rPr lang="en-GB" b="1" dirty="0"/>
              <a:t>Sieve</a:t>
            </a:r>
          </a:p>
          <a:p>
            <a:pPr marL="342900" indent="-342900">
              <a:buFont typeface="+mj-lt"/>
              <a:buAutoNum type="arabicPeriod"/>
            </a:pPr>
            <a:r>
              <a:rPr lang="en-GB" dirty="0"/>
              <a:t>In the Sieve dialogue box, Input your classified raster in the </a:t>
            </a:r>
            <a:r>
              <a:rPr lang="en-GB" b="1" dirty="0"/>
              <a:t>Input raster list</a:t>
            </a:r>
          </a:p>
          <a:p>
            <a:pPr marL="342900" indent="-342900">
              <a:buFont typeface="+mj-lt"/>
              <a:buAutoNum type="arabicPeriod"/>
            </a:pPr>
            <a:r>
              <a:rPr lang="en-GB" dirty="0"/>
              <a:t>Set </a:t>
            </a:r>
            <a:r>
              <a:rPr lang="en-GB" b="1" dirty="0"/>
              <a:t>Size threshold </a:t>
            </a:r>
            <a:r>
              <a:rPr lang="en-GB" dirty="0"/>
              <a:t>to </a:t>
            </a:r>
            <a:r>
              <a:rPr lang="en-GB" i="1" dirty="0"/>
              <a:t>4</a:t>
            </a:r>
            <a:r>
              <a:rPr lang="en-GB" dirty="0"/>
              <a:t>.</a:t>
            </a:r>
          </a:p>
          <a:p>
            <a:pPr marL="342900" indent="-342900">
              <a:buFont typeface="+mj-lt"/>
              <a:buAutoNum type="arabicPeriod"/>
            </a:pPr>
            <a:r>
              <a:rPr lang="en-GB" dirty="0"/>
              <a:t>Set </a:t>
            </a:r>
            <a:r>
              <a:rPr lang="en-GB" b="1" dirty="0"/>
              <a:t>Pixel connection </a:t>
            </a:r>
            <a:r>
              <a:rPr lang="en-GB" dirty="0"/>
              <a:t>to </a:t>
            </a:r>
            <a:r>
              <a:rPr lang="en-GB" i="1" dirty="0"/>
              <a:t>4</a:t>
            </a:r>
          </a:p>
          <a:p>
            <a:pPr marL="342900" indent="-342900">
              <a:buFont typeface="+mj-lt"/>
              <a:buAutoNum type="arabicPeriod"/>
            </a:pPr>
            <a:r>
              <a:rPr lang="en-GB" dirty="0"/>
              <a:t>Under </a:t>
            </a:r>
            <a:r>
              <a:rPr lang="en-GB" b="1" dirty="0"/>
              <a:t>Calculation output</a:t>
            </a:r>
            <a:r>
              <a:rPr lang="en-GB" dirty="0"/>
              <a:t>,(…) save your file to your project folder</a:t>
            </a:r>
          </a:p>
          <a:p>
            <a:pPr marL="342900" indent="-342900">
              <a:buFont typeface="+mj-lt"/>
              <a:buAutoNum type="arabicPeriod"/>
            </a:pPr>
            <a:r>
              <a:rPr lang="en-GB" b="1" dirty="0"/>
              <a:t>Run</a:t>
            </a:r>
            <a:r>
              <a:rPr lang="en-GB" dirty="0"/>
              <a:t> the process</a:t>
            </a:r>
          </a:p>
          <a:p>
            <a:r>
              <a:rPr lang="en-GB" dirty="0"/>
              <a:t>The sieved image will be added to Layers You will need to perform symbology again as before. If not satisfied, change size threshold and Pixel connections as needed.</a:t>
            </a:r>
          </a:p>
          <a:p>
            <a:pPr lvl="1"/>
            <a:endParaRPr lang="en-GB" sz="1200" dirty="0"/>
          </a:p>
        </p:txBody>
      </p:sp>
      <p:grpSp>
        <p:nvGrpSpPr>
          <p:cNvPr id="17" name="Group 16">
            <a:extLst>
              <a:ext uri="{FF2B5EF4-FFF2-40B4-BE49-F238E27FC236}">
                <a16:creationId xmlns:a16="http://schemas.microsoft.com/office/drawing/2014/main" id="{395C6DEB-5FDC-0012-A902-AEB54493D17C}"/>
              </a:ext>
            </a:extLst>
          </p:cNvPr>
          <p:cNvGrpSpPr/>
          <p:nvPr/>
        </p:nvGrpSpPr>
        <p:grpSpPr>
          <a:xfrm>
            <a:off x="3227525" y="993401"/>
            <a:ext cx="8964475" cy="5554219"/>
            <a:chOff x="3227525" y="993401"/>
            <a:chExt cx="8964475" cy="5554219"/>
          </a:xfrm>
        </p:grpSpPr>
        <p:pic>
          <p:nvPicPr>
            <p:cNvPr id="7" name="Picture 6" descr="A screenshot of a computer&#10;&#10;AI-generated content may be incorrect.">
              <a:extLst>
                <a:ext uri="{FF2B5EF4-FFF2-40B4-BE49-F238E27FC236}">
                  <a16:creationId xmlns:a16="http://schemas.microsoft.com/office/drawing/2014/main" id="{807979E1-2D79-B760-23D9-868B485CFD69}"/>
                </a:ext>
              </a:extLst>
            </p:cNvPr>
            <p:cNvPicPr>
              <a:picLocks noChangeAspect="1"/>
            </p:cNvPicPr>
            <p:nvPr/>
          </p:nvPicPr>
          <p:blipFill>
            <a:blip r:embed="rId2"/>
            <a:stretch>
              <a:fillRect/>
            </a:stretch>
          </p:blipFill>
          <p:spPr>
            <a:xfrm>
              <a:off x="3227525" y="1225985"/>
              <a:ext cx="8964475" cy="532163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B1AE1CE1-6091-A3D4-C03B-883752A39D97}"/>
                </a:ext>
              </a:extLst>
            </p:cNvPr>
            <p:cNvSpPr txBox="1"/>
            <p:nvPr/>
          </p:nvSpPr>
          <p:spPr>
            <a:xfrm>
              <a:off x="11162096" y="4487900"/>
              <a:ext cx="347472" cy="338554"/>
            </a:xfrm>
            <a:prstGeom prst="rect">
              <a:avLst/>
            </a:prstGeom>
            <a:solidFill>
              <a:schemeClr val="accent1"/>
            </a:solidFill>
          </p:spPr>
          <p:txBody>
            <a:bodyPr wrap="square" rtlCol="0">
              <a:spAutoFit/>
            </a:bodyPr>
            <a:lstStyle/>
            <a:p>
              <a:r>
                <a:rPr lang="nl-BE" sz="1600" b="1" dirty="0"/>
                <a:t>2</a:t>
              </a:r>
              <a:endParaRPr lang="en-GB" sz="1600" b="1" dirty="0"/>
            </a:p>
          </p:txBody>
        </p:sp>
        <p:sp>
          <p:nvSpPr>
            <p:cNvPr id="10" name="TextBox 9">
              <a:extLst>
                <a:ext uri="{FF2B5EF4-FFF2-40B4-BE49-F238E27FC236}">
                  <a16:creationId xmlns:a16="http://schemas.microsoft.com/office/drawing/2014/main" id="{B72AF451-1E49-52B9-B2A4-00E2905AC0BE}"/>
                </a:ext>
              </a:extLst>
            </p:cNvPr>
            <p:cNvSpPr txBox="1"/>
            <p:nvPr/>
          </p:nvSpPr>
          <p:spPr>
            <a:xfrm>
              <a:off x="6582162" y="993401"/>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sp>
          <p:nvSpPr>
            <p:cNvPr id="11" name="TextBox 10">
              <a:extLst>
                <a:ext uri="{FF2B5EF4-FFF2-40B4-BE49-F238E27FC236}">
                  <a16:creationId xmlns:a16="http://schemas.microsoft.com/office/drawing/2014/main" id="{17BBFFCB-A0C0-6E99-7B91-1A5AACE2AFCA}"/>
                </a:ext>
              </a:extLst>
            </p:cNvPr>
            <p:cNvSpPr txBox="1"/>
            <p:nvPr/>
          </p:nvSpPr>
          <p:spPr>
            <a:xfrm>
              <a:off x="11362719" y="5987516"/>
              <a:ext cx="347472" cy="338554"/>
            </a:xfrm>
            <a:prstGeom prst="rect">
              <a:avLst/>
            </a:prstGeom>
            <a:solidFill>
              <a:schemeClr val="accent1"/>
            </a:solidFill>
          </p:spPr>
          <p:txBody>
            <a:bodyPr wrap="square" rtlCol="0">
              <a:spAutoFit/>
            </a:bodyPr>
            <a:lstStyle/>
            <a:p>
              <a:r>
                <a:rPr lang="nl-BE" sz="1600" b="1" dirty="0"/>
                <a:t>3</a:t>
              </a:r>
              <a:endParaRPr lang="en-GB" sz="1600" b="1" dirty="0"/>
            </a:p>
          </p:txBody>
        </p:sp>
        <p:sp>
          <p:nvSpPr>
            <p:cNvPr id="12" name="TextBox 11">
              <a:extLst>
                <a:ext uri="{FF2B5EF4-FFF2-40B4-BE49-F238E27FC236}">
                  <a16:creationId xmlns:a16="http://schemas.microsoft.com/office/drawing/2014/main" id="{7E485678-1249-084E-BE63-A8FFA6676821}"/>
                </a:ext>
              </a:extLst>
            </p:cNvPr>
            <p:cNvSpPr txBox="1"/>
            <p:nvPr/>
          </p:nvSpPr>
          <p:spPr>
            <a:xfrm>
              <a:off x="7709762" y="2549372"/>
              <a:ext cx="347472" cy="338554"/>
            </a:xfrm>
            <a:prstGeom prst="rect">
              <a:avLst/>
            </a:prstGeom>
            <a:solidFill>
              <a:schemeClr val="accent1"/>
            </a:solidFill>
          </p:spPr>
          <p:txBody>
            <a:bodyPr wrap="square" rtlCol="0">
              <a:spAutoFit/>
            </a:bodyPr>
            <a:lstStyle/>
            <a:p>
              <a:r>
                <a:rPr lang="nl-BE" sz="1600" b="1" dirty="0"/>
                <a:t>4</a:t>
              </a:r>
              <a:endParaRPr lang="en-GB" sz="1600" b="1" dirty="0"/>
            </a:p>
          </p:txBody>
        </p:sp>
        <p:sp>
          <p:nvSpPr>
            <p:cNvPr id="13" name="TextBox 12">
              <a:extLst>
                <a:ext uri="{FF2B5EF4-FFF2-40B4-BE49-F238E27FC236}">
                  <a16:creationId xmlns:a16="http://schemas.microsoft.com/office/drawing/2014/main" id="{243ECCF7-0845-0D2A-C782-BC6FB82E517B}"/>
                </a:ext>
              </a:extLst>
            </p:cNvPr>
            <p:cNvSpPr txBox="1"/>
            <p:nvPr/>
          </p:nvSpPr>
          <p:spPr>
            <a:xfrm>
              <a:off x="8510336" y="2933646"/>
              <a:ext cx="347472" cy="338554"/>
            </a:xfrm>
            <a:prstGeom prst="rect">
              <a:avLst/>
            </a:prstGeom>
            <a:solidFill>
              <a:schemeClr val="accent1"/>
            </a:solidFill>
          </p:spPr>
          <p:txBody>
            <a:bodyPr wrap="square" rtlCol="0">
              <a:spAutoFit/>
            </a:bodyPr>
            <a:lstStyle/>
            <a:p>
              <a:r>
                <a:rPr lang="nl-BE" sz="1600" b="1" dirty="0"/>
                <a:t>5</a:t>
              </a:r>
              <a:endParaRPr lang="en-GB" sz="1600" b="1" dirty="0"/>
            </a:p>
          </p:txBody>
        </p:sp>
        <p:sp>
          <p:nvSpPr>
            <p:cNvPr id="14" name="TextBox 13">
              <a:extLst>
                <a:ext uri="{FF2B5EF4-FFF2-40B4-BE49-F238E27FC236}">
                  <a16:creationId xmlns:a16="http://schemas.microsoft.com/office/drawing/2014/main" id="{BB853EFA-F980-A634-A0F6-B69C26FF83B5}"/>
                </a:ext>
              </a:extLst>
            </p:cNvPr>
            <p:cNvSpPr txBox="1"/>
            <p:nvPr/>
          </p:nvSpPr>
          <p:spPr>
            <a:xfrm>
              <a:off x="8510336" y="3561932"/>
              <a:ext cx="347472" cy="338554"/>
            </a:xfrm>
            <a:prstGeom prst="rect">
              <a:avLst/>
            </a:prstGeom>
            <a:solidFill>
              <a:schemeClr val="accent1"/>
            </a:solidFill>
          </p:spPr>
          <p:txBody>
            <a:bodyPr wrap="square" rtlCol="0">
              <a:spAutoFit/>
            </a:bodyPr>
            <a:lstStyle/>
            <a:p>
              <a:r>
                <a:rPr lang="nl-BE" sz="1600" b="1" dirty="0"/>
                <a:t>6</a:t>
              </a:r>
              <a:endParaRPr lang="en-GB" sz="1600" b="1" dirty="0"/>
            </a:p>
          </p:txBody>
        </p:sp>
        <p:sp>
          <p:nvSpPr>
            <p:cNvPr id="15" name="TextBox 14">
              <a:extLst>
                <a:ext uri="{FF2B5EF4-FFF2-40B4-BE49-F238E27FC236}">
                  <a16:creationId xmlns:a16="http://schemas.microsoft.com/office/drawing/2014/main" id="{C279106D-2563-7480-2B02-A637340F3AF0}"/>
                </a:ext>
              </a:extLst>
            </p:cNvPr>
            <p:cNvSpPr txBox="1"/>
            <p:nvPr/>
          </p:nvSpPr>
          <p:spPr>
            <a:xfrm>
              <a:off x="7614224" y="3830132"/>
              <a:ext cx="347472" cy="338554"/>
            </a:xfrm>
            <a:prstGeom prst="rect">
              <a:avLst/>
            </a:prstGeom>
            <a:solidFill>
              <a:schemeClr val="accent1"/>
            </a:solidFill>
          </p:spPr>
          <p:txBody>
            <a:bodyPr wrap="square" rtlCol="0">
              <a:spAutoFit/>
            </a:bodyPr>
            <a:lstStyle/>
            <a:p>
              <a:r>
                <a:rPr lang="nl-BE" sz="1600" b="1" dirty="0"/>
                <a:t>7</a:t>
              </a:r>
              <a:endParaRPr lang="en-GB" sz="1600" b="1" dirty="0"/>
            </a:p>
          </p:txBody>
        </p:sp>
        <p:sp>
          <p:nvSpPr>
            <p:cNvPr id="16" name="TextBox 15">
              <a:extLst>
                <a:ext uri="{FF2B5EF4-FFF2-40B4-BE49-F238E27FC236}">
                  <a16:creationId xmlns:a16="http://schemas.microsoft.com/office/drawing/2014/main" id="{5FAA3E98-E7BD-CB9A-99D8-A3E4BE486546}"/>
                </a:ext>
              </a:extLst>
            </p:cNvPr>
            <p:cNvSpPr txBox="1"/>
            <p:nvPr/>
          </p:nvSpPr>
          <p:spPr>
            <a:xfrm>
              <a:off x="9282068" y="5648962"/>
              <a:ext cx="347472" cy="338554"/>
            </a:xfrm>
            <a:prstGeom prst="rect">
              <a:avLst/>
            </a:prstGeom>
            <a:solidFill>
              <a:schemeClr val="accent1"/>
            </a:solidFill>
          </p:spPr>
          <p:txBody>
            <a:bodyPr wrap="square" rtlCol="0">
              <a:spAutoFit/>
            </a:bodyPr>
            <a:lstStyle/>
            <a:p>
              <a:r>
                <a:rPr lang="nl-BE" sz="1600" b="1" dirty="0"/>
                <a:t>1</a:t>
              </a:r>
              <a:endParaRPr lang="en-GB" sz="1600" b="1" dirty="0"/>
            </a:p>
          </p:txBody>
        </p:sp>
      </p:grpSp>
    </p:spTree>
    <p:extLst>
      <p:ext uri="{BB962C8B-B14F-4D97-AF65-F5344CB8AC3E}">
        <p14:creationId xmlns:p14="http://schemas.microsoft.com/office/powerpoint/2010/main" val="3794382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EEBC4-6820-A241-1DBC-1FF12CD4B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1EF55-2AB6-EA97-B39A-5A81DD4D22E0}"/>
              </a:ext>
            </a:extLst>
          </p:cNvPr>
          <p:cNvSpPr txBox="1">
            <a:spLocks/>
          </p:cNvSpPr>
          <p:nvPr/>
        </p:nvSpPr>
        <p:spPr>
          <a:xfrm>
            <a:off x="412496" y="766976"/>
            <a:ext cx="9353724" cy="68422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kern="1200">
                <a:solidFill>
                  <a:schemeClr val="tx1"/>
                </a:solidFill>
                <a:latin typeface="Poppins" pitchFamily="2" charset="77"/>
                <a:ea typeface="+mj-ea"/>
                <a:cs typeface="Poppins" pitchFamily="2" charset="77"/>
              </a:defRPr>
            </a:lvl1pPr>
          </a:lstStyle>
          <a:p>
            <a:r>
              <a:rPr lang="nl-BE" sz="2400" dirty="0" err="1"/>
              <a:t>Accuracy</a:t>
            </a:r>
            <a:r>
              <a:rPr lang="nl-BE" sz="2400" dirty="0"/>
              <a:t> </a:t>
            </a:r>
            <a:r>
              <a:rPr lang="nl-BE" sz="2400" dirty="0" err="1"/>
              <a:t>metrics</a:t>
            </a:r>
            <a:endParaRPr lang="nl-BE" sz="2400" dirty="0"/>
          </a:p>
        </p:txBody>
      </p:sp>
      <p:sp>
        <p:nvSpPr>
          <p:cNvPr id="3" name="Text Placeholder 3">
            <a:extLst>
              <a:ext uri="{FF2B5EF4-FFF2-40B4-BE49-F238E27FC236}">
                <a16:creationId xmlns:a16="http://schemas.microsoft.com/office/drawing/2014/main" id="{2B6A33E2-9645-1F38-DCC8-8F6B6C46600C}"/>
              </a:ext>
            </a:extLst>
          </p:cNvPr>
          <p:cNvSpPr txBox="1">
            <a:spLocks/>
          </p:cNvSpPr>
          <p:nvPr/>
        </p:nvSpPr>
        <p:spPr>
          <a:xfrm>
            <a:off x="0" y="1439703"/>
            <a:ext cx="11109960" cy="465132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2">
                    <a:lumMod val="10000"/>
                  </a:schemeClr>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dirty="0"/>
              <a:t>You can assess the accuracy matrix generated to see the misclassified cells from the matrix csv saved.</a:t>
            </a:r>
          </a:p>
          <a:p>
            <a:pPr marL="342900" indent="-342900">
              <a:buFont typeface="+mj-lt"/>
              <a:buAutoNum type="arabicPeriod"/>
            </a:pPr>
            <a:r>
              <a:rPr lang="en-GB" dirty="0"/>
              <a:t>Using the confidence map, inspect the low confidence regions and high confidence regions and compare them to the classified map and the high resolution imagery(Google Maps satellite Imagery)</a:t>
            </a:r>
          </a:p>
          <a:p>
            <a:pPr marL="342900" indent="-342900">
              <a:buFont typeface="+mj-lt"/>
              <a:buAutoNum type="arabicPeriod"/>
            </a:pPr>
            <a:endParaRPr lang="en-GB" dirty="0"/>
          </a:p>
          <a:p>
            <a:pPr marL="685800" lvl="1" indent="-228600">
              <a:buFont typeface="+mj-lt"/>
              <a:buAutoNum type="arabicPeriod"/>
            </a:pPr>
            <a:endParaRPr lang="en-GB" sz="1200" dirty="0"/>
          </a:p>
        </p:txBody>
      </p:sp>
    </p:spTree>
    <p:extLst>
      <p:ext uri="{BB962C8B-B14F-4D97-AF65-F5344CB8AC3E}">
        <p14:creationId xmlns:p14="http://schemas.microsoft.com/office/powerpoint/2010/main" val="846002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C6A0-F788-6FB7-B2DB-0A5D0E6CA7C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871C57F-2C65-AD3F-B4DD-49DFC7A7CC62}"/>
              </a:ext>
            </a:extLst>
          </p:cNvPr>
          <p:cNvSpPr txBox="1">
            <a:spLocks/>
          </p:cNvSpPr>
          <p:nvPr/>
        </p:nvSpPr>
        <p:spPr>
          <a:xfrm>
            <a:off x="381000" y="950902"/>
            <a:ext cx="9353724" cy="684222"/>
          </a:xfrm>
          <a:prstGeom prst="rect">
            <a:avLst/>
          </a:prstGeom>
        </p:spPr>
        <p:txBody>
          <a:bodyPr vert="horz" lIns="91440" tIns="45720" rIns="91440" bIns="45720" rtlCol="0" anchor="t">
            <a:normAutofit fontScale="97500" lnSpcReduction="10000"/>
          </a:bodyPr>
          <a:lstStyle>
            <a:lvl1pPr algn="l" defTabSz="914400" rtl="0" eaLnBrk="1" latinLnBrk="0" hangingPunct="1">
              <a:lnSpc>
                <a:spcPct val="100000"/>
              </a:lnSpc>
              <a:spcBef>
                <a:spcPct val="0"/>
              </a:spcBef>
              <a:buNone/>
              <a:defRPr sz="4000" b="1" kern="1200">
                <a:solidFill>
                  <a:schemeClr val="bg1"/>
                </a:solidFill>
                <a:latin typeface="Poppins" pitchFamily="2" charset="77"/>
                <a:ea typeface="+mj-ea"/>
                <a:cs typeface="Poppins" pitchFamily="2" charset="77"/>
              </a:defRPr>
            </a:lvl1pPr>
          </a:lstStyle>
          <a:p>
            <a:r>
              <a:rPr lang="en-BE" dirty="0"/>
              <a:t>Source</a:t>
            </a:r>
          </a:p>
        </p:txBody>
      </p:sp>
      <p:sp>
        <p:nvSpPr>
          <p:cNvPr id="7" name="Text Placeholder 3">
            <a:extLst>
              <a:ext uri="{FF2B5EF4-FFF2-40B4-BE49-F238E27FC236}">
                <a16:creationId xmlns:a16="http://schemas.microsoft.com/office/drawing/2014/main" id="{1852B586-E1DC-A1A7-646D-8E9681ED55A5}"/>
              </a:ext>
            </a:extLst>
          </p:cNvPr>
          <p:cNvSpPr txBox="1">
            <a:spLocks/>
          </p:cNvSpPr>
          <p:nvPr/>
        </p:nvSpPr>
        <p:spPr>
          <a:xfrm>
            <a:off x="381000" y="1708786"/>
            <a:ext cx="10383795" cy="3440428"/>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bg1"/>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2">
                    <a:lumMod val="10000"/>
                  </a:schemeClr>
                </a:solidFill>
                <a:latin typeface="Poppins" pitchFamily="2" charset="77"/>
                <a:ea typeface="+mn-ea"/>
                <a:cs typeface="Poppins" pitchFamily="2" charset="77"/>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2">
                    <a:lumMod val="10000"/>
                  </a:schemeClr>
                </a:solidFill>
                <a:latin typeface="Poppins" pitchFamily="2" charset="77"/>
                <a:ea typeface="+mn-ea"/>
                <a:cs typeface="Poppins" pitchFamily="2" charset="77"/>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2">
                    <a:lumMod val="10000"/>
                  </a:schemeClr>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dirty="0"/>
              <a:t>These </a:t>
            </a:r>
            <a:r>
              <a:rPr lang="nl-BE" dirty="0" err="1"/>
              <a:t>exercises</a:t>
            </a:r>
            <a:r>
              <a:rPr lang="nl-BE" dirty="0"/>
              <a:t> are </a:t>
            </a:r>
            <a:r>
              <a:rPr lang="nl-BE" dirty="0" err="1"/>
              <a:t>prepared</a:t>
            </a:r>
            <a:r>
              <a:rPr lang="nl-BE" dirty="0"/>
              <a:t> </a:t>
            </a:r>
            <a:r>
              <a:rPr lang="nl-BE" dirty="0" err="1"/>
              <a:t>using</a:t>
            </a:r>
            <a:r>
              <a:rPr lang="nl-BE" dirty="0"/>
              <a:t> </a:t>
            </a:r>
            <a:r>
              <a:rPr lang="nl-BE" dirty="0" err="1"/>
              <a:t>methodologies</a:t>
            </a:r>
            <a:r>
              <a:rPr lang="nl-BE" dirty="0"/>
              <a:t> </a:t>
            </a:r>
            <a:r>
              <a:rPr lang="nl-BE" dirty="0" err="1"/>
              <a:t>applied</a:t>
            </a:r>
            <a:r>
              <a:rPr lang="nl-BE" dirty="0"/>
              <a:t> </a:t>
            </a:r>
            <a:r>
              <a:rPr lang="nl-BE" dirty="0" err="1"/>
              <a:t>and</a:t>
            </a:r>
            <a:r>
              <a:rPr lang="nl-BE" dirty="0"/>
              <a:t> </a:t>
            </a:r>
            <a:r>
              <a:rPr lang="nl-BE" dirty="0" err="1"/>
              <a:t>validated</a:t>
            </a:r>
            <a:r>
              <a:rPr lang="nl-BE" dirty="0"/>
              <a:t> in </a:t>
            </a:r>
            <a:r>
              <a:rPr lang="nl-BE" dirty="0" err="1"/>
              <a:t>the</a:t>
            </a:r>
            <a:r>
              <a:rPr lang="nl-BE" dirty="0"/>
              <a:t> Urban Data </a:t>
            </a:r>
            <a:r>
              <a:rPr lang="nl-BE" dirty="0" err="1"/>
              <a:t>Spaces</a:t>
            </a:r>
            <a:r>
              <a:rPr lang="nl-BE" dirty="0"/>
              <a:t> </a:t>
            </a:r>
            <a:r>
              <a:rPr lang="nl-BE" dirty="0" err="1"/>
              <a:t>for</a:t>
            </a:r>
            <a:r>
              <a:rPr lang="nl-BE" dirty="0"/>
              <a:t> </a:t>
            </a:r>
            <a:r>
              <a:rPr lang="nl-BE" dirty="0" err="1"/>
              <a:t>the</a:t>
            </a:r>
            <a:r>
              <a:rPr lang="nl-BE" dirty="0"/>
              <a:t> Green Deal project (USAGE)</a:t>
            </a:r>
          </a:p>
          <a:p>
            <a:endParaRPr lang="nl-BE" dirty="0"/>
          </a:p>
          <a:p>
            <a:endParaRPr lang="nl-BE" dirty="0"/>
          </a:p>
        </p:txBody>
      </p:sp>
    </p:spTree>
    <p:extLst>
      <p:ext uri="{BB962C8B-B14F-4D97-AF65-F5344CB8AC3E}">
        <p14:creationId xmlns:p14="http://schemas.microsoft.com/office/powerpoint/2010/main" val="23953633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133547"/>
      </p:ext>
    </p:extLst>
  </p:cSld>
  <p:clrMapOvr>
    <a:masterClrMapping/>
  </p:clrMapOvr>
</p:sld>
</file>

<file path=ppt/theme/theme1.xml><?xml version="1.0" encoding="utf-8"?>
<a:theme xmlns:a="http://schemas.openxmlformats.org/drawingml/2006/main" name="SpaceSUITE">
  <a:themeElements>
    <a:clrScheme name="SpaceSUITE">
      <a:dk1>
        <a:srgbClr val="0D145C"/>
      </a:dk1>
      <a:lt1>
        <a:srgbClr val="FFFFFF"/>
      </a:lt1>
      <a:dk2>
        <a:srgbClr val="0E2841"/>
      </a:dk2>
      <a:lt2>
        <a:srgbClr val="E8E8E8"/>
      </a:lt2>
      <a:accent1>
        <a:srgbClr val="CD3940"/>
      </a:accent1>
      <a:accent2>
        <a:srgbClr val="F46523"/>
      </a:accent2>
      <a:accent3>
        <a:srgbClr val="BBDD55"/>
      </a:accent3>
      <a:accent4>
        <a:srgbClr val="3FB3F7"/>
      </a:accent4>
      <a:accent5>
        <a:srgbClr val="FED400"/>
      </a:accent5>
      <a:accent6>
        <a:srgbClr val="0D145C"/>
      </a:accent6>
      <a:hlink>
        <a:srgbClr val="467886"/>
      </a:hlink>
      <a:folHlink>
        <a:srgbClr val="96607D"/>
      </a:folHlink>
    </a:clrScheme>
    <a:fontScheme name="SpaceSUITE">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d019a16-df2a-4af0-88e4-4d39dfd5c588">
      <Terms xmlns="http://schemas.microsoft.com/office/infopath/2007/PartnerControls"/>
    </lcf76f155ced4ddcb4097134ff3c332f>
    <TaxCatchAll xmlns="e1e6af4f-30a2-4124-bed1-45dd3999ef1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899CC53A2E34D44AA276B71E1FE85AD" ma:contentTypeVersion="14" ma:contentTypeDescription="Creare un nuovo documento." ma:contentTypeScope="" ma:versionID="0f542cba752f625a18da118a20869059">
  <xsd:schema xmlns:xsd="http://www.w3.org/2001/XMLSchema" xmlns:xs="http://www.w3.org/2001/XMLSchema" xmlns:p="http://schemas.microsoft.com/office/2006/metadata/properties" xmlns:ns2="dd019a16-df2a-4af0-88e4-4d39dfd5c588" xmlns:ns3="e1e6af4f-30a2-4124-bed1-45dd3999ef10" targetNamespace="http://schemas.microsoft.com/office/2006/metadata/properties" ma:root="true" ma:fieldsID="260f32a2db2c392c9185e1c54dc6cedf" ns2:_="" ns3:_="">
    <xsd:import namespace="dd019a16-df2a-4af0-88e4-4d39dfd5c588"/>
    <xsd:import namespace="e1e6af4f-30a2-4124-bed1-45dd3999ef1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019a16-df2a-4af0-88e4-4d39dfd5c5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Tag immagine" ma:readOnly="false" ma:fieldId="{5cf76f15-5ced-4ddc-b409-7134ff3c332f}" ma:taxonomyMulti="true" ma:sspId="f284692d-b93e-4877-af4a-7d75ab3bd31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1e6af4f-30a2-4124-bed1-45dd3999ef1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a635e8e-248a-45f8-ac67-0548c8930a6f}" ma:internalName="TaxCatchAll" ma:showField="CatchAllData" ma:web="e1e6af4f-30a2-4124-bed1-45dd3999ef10">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Condiviso con dettagl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5EF95D-E2FB-4E58-AD5B-4C658B24E779}">
  <ds:schemaRefs>
    <ds:schemaRef ds:uri="http://schemas.microsoft.com/office/2006/documentManagement/types"/>
    <ds:schemaRef ds:uri="http://www.w3.org/XML/1998/namespace"/>
    <ds:schemaRef ds:uri="e1e6af4f-30a2-4124-bed1-45dd3999ef10"/>
    <ds:schemaRef ds:uri="http://purl.org/dc/term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dd019a16-df2a-4af0-88e4-4d39dfd5c588"/>
    <ds:schemaRef ds:uri="http://purl.org/dc/dcmitype/"/>
  </ds:schemaRefs>
</ds:datastoreItem>
</file>

<file path=customXml/itemProps2.xml><?xml version="1.0" encoding="utf-8"?>
<ds:datastoreItem xmlns:ds="http://schemas.openxmlformats.org/officeDocument/2006/customXml" ds:itemID="{72084920-6C5E-4CA5-930B-FCDC63863E0E}">
  <ds:schemaRefs>
    <ds:schemaRef ds:uri="dd019a16-df2a-4af0-88e4-4d39dfd5c588"/>
    <ds:schemaRef ds:uri="e1e6af4f-30a2-4124-bed1-45dd3999ef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9139AC0-0BBD-4E6F-BBF2-9811819AE6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2274</Words>
  <Application>Microsoft Office PowerPoint</Application>
  <PresentationFormat>Widescreen</PresentationFormat>
  <Paragraphs>335</Paragraphs>
  <Slides>38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Arial</vt:lpstr>
      <vt:lpstr>Helvetica Neue</vt:lpstr>
      <vt:lpstr>Poppins</vt:lpstr>
      <vt:lpstr>Poppins ExtraLight</vt:lpstr>
      <vt:lpstr>SpaceSUITE</vt:lpstr>
      <vt:lpstr>Image Processing Exercises</vt:lpstr>
      <vt:lpstr>Learning Objectives</vt:lpstr>
      <vt:lpstr>Main steps</vt:lpstr>
      <vt:lpstr>Quick re-cap</vt:lpstr>
      <vt:lpstr>Image data</vt:lpstr>
      <vt:lpstr>Bands across the Electromagnetic Spectrum</vt:lpstr>
      <vt:lpstr>Set up QGIS project </vt:lpstr>
      <vt:lpstr>Launch QGIS and create project.</vt:lpstr>
      <vt:lpstr>Set project crs</vt:lpstr>
      <vt:lpstr>Install the necessary plugins</vt:lpstr>
      <vt:lpstr>Launch SCP</vt:lpstr>
      <vt:lpstr>Define area of interest</vt:lpstr>
      <vt:lpstr>Laod area of interest (aoi) bounding box</vt:lpstr>
      <vt:lpstr>PowerPoint Presentation</vt:lpstr>
      <vt:lpstr>Login to the Copernicus server</vt:lpstr>
      <vt:lpstr>Search for data</vt:lpstr>
      <vt:lpstr>PowerPoint Presentation</vt:lpstr>
      <vt:lpstr>PowerPoint Presentation</vt:lpstr>
      <vt:lpstr>Create bandset</vt:lpstr>
      <vt:lpstr>PowerPoint Presentation</vt:lpstr>
      <vt:lpstr>PowerPoint Presentation</vt:lpstr>
      <vt:lpstr>Exploratory analysis</vt:lpstr>
      <vt:lpstr>PowerPoint Presentation</vt:lpstr>
      <vt:lpstr>PowerPoint Presentation</vt:lpstr>
      <vt:lpstr>PowerPoint Presentation</vt:lpstr>
      <vt:lpstr>Image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Post processing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Stefano Tirati</dc:creator>
  <cp:lastModifiedBy>Naomi Thiru</cp:lastModifiedBy>
  <cp:revision>71</cp:revision>
  <dcterms:created xsi:type="dcterms:W3CDTF">2024-03-01T11:07:09Z</dcterms:created>
  <dcterms:modified xsi:type="dcterms:W3CDTF">2025-10-31T09:37:27Z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0x010100C899CC53A2E34D44AA276B71E1FE85AD</vt:lpwstr>
  </property>
  <property fmtid="{D5CDD505-2E9C-101B-9397-08002B2CF9AE}" pid="3" name="MediaServiceImageTags">
    <vt:lpwstr/>
  </property>
</Properties>
</file>